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handoutMasterIdLst>
    <p:handoutMasterId r:id="rId7"/>
  </p:handoutMasterIdLst>
  <p:sldIdLst>
    <p:sldId id="453" r:id="rId2"/>
    <p:sldId id="742" r:id="rId3"/>
    <p:sldId id="980" r:id="rId4"/>
    <p:sldId id="725" r:id="rId5"/>
  </p:sldIdLst>
  <p:sldSz cx="10440988" cy="7200900"/>
  <p:notesSz cx="10234613" cy="7104063"/>
  <p:defaultTextStyle>
    <a:defPPr>
      <a:defRPr lang="ko-KR"/>
    </a:defPPr>
    <a:lvl1pPr marL="0" algn="l" defTabSz="1008035" rtl="0" eaLnBrk="1" latinLnBrk="1" hangingPunct="1">
      <a:defRPr sz="2000" kern="1200">
        <a:solidFill>
          <a:schemeClr val="tx1"/>
        </a:solidFill>
        <a:latin typeface="+mn-lt"/>
        <a:ea typeface="+mn-ea"/>
        <a:cs typeface="+mn-cs"/>
      </a:defRPr>
    </a:lvl1pPr>
    <a:lvl2pPr marL="504017" algn="l" defTabSz="1008035" rtl="0" eaLnBrk="1" latinLnBrk="1" hangingPunct="1">
      <a:defRPr sz="2000" kern="1200">
        <a:solidFill>
          <a:schemeClr val="tx1"/>
        </a:solidFill>
        <a:latin typeface="+mn-lt"/>
        <a:ea typeface="+mn-ea"/>
        <a:cs typeface="+mn-cs"/>
      </a:defRPr>
    </a:lvl2pPr>
    <a:lvl3pPr marL="1008035" algn="l" defTabSz="1008035" rtl="0" eaLnBrk="1" latinLnBrk="1" hangingPunct="1">
      <a:defRPr sz="2000" kern="1200">
        <a:solidFill>
          <a:schemeClr val="tx1"/>
        </a:solidFill>
        <a:latin typeface="+mn-lt"/>
        <a:ea typeface="+mn-ea"/>
        <a:cs typeface="+mn-cs"/>
      </a:defRPr>
    </a:lvl3pPr>
    <a:lvl4pPr marL="1512052" algn="l" defTabSz="1008035" rtl="0" eaLnBrk="1" latinLnBrk="1" hangingPunct="1">
      <a:defRPr sz="2000" kern="1200">
        <a:solidFill>
          <a:schemeClr val="tx1"/>
        </a:solidFill>
        <a:latin typeface="+mn-lt"/>
        <a:ea typeface="+mn-ea"/>
        <a:cs typeface="+mn-cs"/>
      </a:defRPr>
    </a:lvl4pPr>
    <a:lvl5pPr marL="2016069" algn="l" defTabSz="1008035" rtl="0" eaLnBrk="1" latinLnBrk="1" hangingPunct="1">
      <a:defRPr sz="2000" kern="1200">
        <a:solidFill>
          <a:schemeClr val="tx1"/>
        </a:solidFill>
        <a:latin typeface="+mn-lt"/>
        <a:ea typeface="+mn-ea"/>
        <a:cs typeface="+mn-cs"/>
      </a:defRPr>
    </a:lvl5pPr>
    <a:lvl6pPr marL="2520086" algn="l" defTabSz="1008035" rtl="0" eaLnBrk="1" latinLnBrk="1" hangingPunct="1">
      <a:defRPr sz="2000" kern="1200">
        <a:solidFill>
          <a:schemeClr val="tx1"/>
        </a:solidFill>
        <a:latin typeface="+mn-lt"/>
        <a:ea typeface="+mn-ea"/>
        <a:cs typeface="+mn-cs"/>
      </a:defRPr>
    </a:lvl6pPr>
    <a:lvl7pPr marL="3024104" algn="l" defTabSz="1008035" rtl="0" eaLnBrk="1" latinLnBrk="1" hangingPunct="1">
      <a:defRPr sz="2000" kern="1200">
        <a:solidFill>
          <a:schemeClr val="tx1"/>
        </a:solidFill>
        <a:latin typeface="+mn-lt"/>
        <a:ea typeface="+mn-ea"/>
        <a:cs typeface="+mn-cs"/>
      </a:defRPr>
    </a:lvl7pPr>
    <a:lvl8pPr marL="3528121" algn="l" defTabSz="1008035" rtl="0" eaLnBrk="1" latinLnBrk="1" hangingPunct="1">
      <a:defRPr sz="2000" kern="1200">
        <a:solidFill>
          <a:schemeClr val="tx1"/>
        </a:solidFill>
        <a:latin typeface="+mn-lt"/>
        <a:ea typeface="+mn-ea"/>
        <a:cs typeface="+mn-cs"/>
      </a:defRPr>
    </a:lvl8pPr>
    <a:lvl9pPr marL="4032138" algn="l" defTabSz="1008035" rtl="0" eaLnBrk="1" latinLnBrk="1" hangingPunct="1">
      <a:defRPr sz="20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1077" userDrawn="1">
          <p15:clr>
            <a:srgbClr val="A4A3A4"/>
          </p15:clr>
        </p15:guide>
        <p15:guide id="3" orient="horz" pos="3033" userDrawn="1">
          <p15:clr>
            <a:srgbClr val="A4A3A4"/>
          </p15:clr>
        </p15:guide>
        <p15:guide id="4" pos="6464" userDrawn="1">
          <p15:clr>
            <a:srgbClr val="A4A3A4"/>
          </p15:clr>
        </p15:guide>
        <p15:guide id="5" orient="horz" pos="57" userDrawn="1">
          <p15:clr>
            <a:srgbClr val="A4A3A4"/>
          </p15:clr>
        </p15:guide>
        <p15:guide id="6" orient="horz" pos="4252" userDrawn="1">
          <p15:clr>
            <a:srgbClr val="A4A3A4"/>
          </p15:clr>
        </p15:guide>
        <p15:guide id="7" orient="horz" pos="482" userDrawn="1">
          <p15:clr>
            <a:srgbClr val="A4A3A4"/>
          </p15:clr>
        </p15:guide>
        <p15:guide id="8" pos="6379" userDrawn="1">
          <p15:clr>
            <a:srgbClr val="A4A3A4"/>
          </p15:clr>
        </p15:guide>
        <p15:guide id="9" pos="113" userDrawn="1">
          <p15:clr>
            <a:srgbClr val="A4A3A4"/>
          </p15:clr>
        </p15:guide>
        <p15:guide id="10" pos="2296" userDrawn="1">
          <p15:clr>
            <a:srgbClr val="A4A3A4"/>
          </p15:clr>
        </p15:guide>
        <p15:guide id="11" pos="198" userDrawn="1">
          <p15:clr>
            <a:srgbClr val="A4A3A4"/>
          </p15:clr>
        </p15:guide>
        <p15:guide id="12" pos="4139" userDrawn="1">
          <p15:clr>
            <a:srgbClr val="A4A3A4"/>
          </p15:clr>
        </p15:guide>
        <p15:guide id="13" pos="3289" userDrawn="1">
          <p15:clr>
            <a:srgbClr val="A4A3A4"/>
          </p15:clr>
        </p15:guide>
        <p15:guide id="14" pos="479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238" userDrawn="1">
          <p15:clr>
            <a:srgbClr val="A4A3A4"/>
          </p15:clr>
        </p15:guide>
        <p15:guide id="2" pos="3224" userDrawn="1">
          <p15:clr>
            <a:srgbClr val="A4A3A4"/>
          </p15:clr>
        </p15:guide>
        <p15:guide id="3" orient="horz" pos="3269" userDrawn="1">
          <p15:clr>
            <a:srgbClr val="A4A3A4"/>
          </p15:clr>
        </p15:guide>
        <p15:guide id="4" pos="2210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dmin" initials="a" lastIdx="1" clrIdx="0">
    <p:extLst>
      <p:ext uri="{19B8F6BF-5375-455C-9EA6-DF929625EA0E}">
        <p15:presenceInfo xmlns:p15="http://schemas.microsoft.com/office/powerpoint/2012/main" userId="admin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5386"/>
    <a:srgbClr val="0068A7"/>
    <a:srgbClr val="F2F2F2"/>
    <a:srgbClr val="EDD0AD"/>
    <a:srgbClr val="B8D6E7"/>
    <a:srgbClr val="70ADD0"/>
    <a:srgbClr val="E2F3FA"/>
    <a:srgbClr val="F7F7F7"/>
    <a:srgbClr val="0098D0"/>
    <a:srgbClr val="27AAE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202B0CA-FC54-4496-8BCA-5EF66A818D29}" styleName="어두운 스타일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C4B1156A-380E-4F78-BDF5-A606A8083BF9}" styleName="보통 스타일 4 - 강조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D7AC3CCA-C797-4891-BE02-D94E43425B78}" styleName="보통 스타일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793D81CF-94F2-401A-BA57-92F5A7B2D0C5}" styleName="보통 스타일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EB344D84-9AFB-497E-A393-DC336BA19D2E}" styleName="보통 스타일 3 - 강조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562" autoAdjust="0"/>
    <p:restoredTop sz="95256" autoAdjust="0"/>
  </p:normalViewPr>
  <p:slideViewPr>
    <p:cSldViewPr>
      <p:cViewPr varScale="1">
        <p:scale>
          <a:sx n="111" d="100"/>
          <a:sy n="111" d="100"/>
        </p:scale>
        <p:origin x="154" y="77"/>
      </p:cViewPr>
      <p:guideLst>
        <p:guide pos="1077"/>
        <p:guide orient="horz" pos="3033"/>
        <p:guide pos="6464"/>
        <p:guide orient="horz" pos="57"/>
        <p:guide orient="horz" pos="4252"/>
        <p:guide orient="horz" pos="482"/>
        <p:guide pos="6379"/>
        <p:guide pos="113"/>
        <p:guide pos="2296"/>
        <p:guide pos="198"/>
        <p:guide pos="4139"/>
        <p:guide pos="3289"/>
        <p:guide pos="4791"/>
      </p:guideLst>
    </p:cSldViewPr>
  </p:slideViewPr>
  <p:outlineViewPr>
    <p:cViewPr>
      <p:scale>
        <a:sx n="33" d="100"/>
        <a:sy n="33" d="100"/>
      </p:scale>
      <p:origin x="0" y="681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75" d="100"/>
        <a:sy n="75" d="100"/>
      </p:scale>
      <p:origin x="0" y="0"/>
    </p:cViewPr>
  </p:sorterViewPr>
  <p:notesViewPr>
    <p:cSldViewPr>
      <p:cViewPr varScale="1">
        <p:scale>
          <a:sx n="114" d="100"/>
          <a:sy n="114" d="100"/>
        </p:scale>
        <p:origin x="2154" y="102"/>
      </p:cViewPr>
      <p:guideLst>
        <p:guide orient="horz" pos="2238"/>
        <p:guide pos="3224"/>
        <p:guide orient="horz" pos="3269"/>
        <p:guide pos="2210"/>
      </p:guideLst>
    </p:cSldViewPr>
  </p:notesViewPr>
  <p:gridSpacing cx="45005" cy="45005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ommentAuthors" Target="commentAuthor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2" y="1"/>
            <a:ext cx="4435000" cy="355203"/>
          </a:xfrm>
          <a:prstGeom prst="rect">
            <a:avLst/>
          </a:prstGeom>
        </p:spPr>
        <p:txBody>
          <a:bodyPr vert="horz" lIns="94668" tIns="47334" rIns="94668" bIns="47334" rtlCol="0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5797249" y="1"/>
            <a:ext cx="4435000" cy="355203"/>
          </a:xfrm>
          <a:prstGeom prst="rect">
            <a:avLst/>
          </a:prstGeom>
        </p:spPr>
        <p:txBody>
          <a:bodyPr vert="horz" lIns="94668" tIns="47334" rIns="94668" bIns="47334" rtlCol="0"/>
          <a:lstStyle>
            <a:lvl1pPr algn="r">
              <a:defRPr sz="1200"/>
            </a:lvl1pPr>
          </a:lstStyle>
          <a:p>
            <a:fld id="{CC69DDCC-D80A-4AC1-8D86-4D387B5D8D4D}" type="datetimeFigureOut">
              <a:rPr lang="ko-KR" altLang="en-US" smtClean="0"/>
              <a:t>2025-11-25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2" y="6747628"/>
            <a:ext cx="4435000" cy="355203"/>
          </a:xfrm>
          <a:prstGeom prst="rect">
            <a:avLst/>
          </a:prstGeom>
        </p:spPr>
        <p:txBody>
          <a:bodyPr vert="horz" lIns="94668" tIns="47334" rIns="94668" bIns="47334" rtlCol="0" anchor="b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5797249" y="6747628"/>
            <a:ext cx="4435000" cy="355203"/>
          </a:xfrm>
          <a:prstGeom prst="rect">
            <a:avLst/>
          </a:prstGeom>
        </p:spPr>
        <p:txBody>
          <a:bodyPr vert="horz" lIns="94668" tIns="47334" rIns="94668" bIns="47334" rtlCol="0" anchor="b"/>
          <a:lstStyle>
            <a:lvl1pPr algn="r">
              <a:defRPr sz="1200"/>
            </a:lvl1pPr>
          </a:lstStyle>
          <a:p>
            <a:fld id="{ECCF5050-DA3B-4CD4-A3FB-5745B71EEECE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3764689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2" y="1"/>
            <a:ext cx="4435000" cy="355203"/>
          </a:xfrm>
          <a:prstGeom prst="rect">
            <a:avLst/>
          </a:prstGeom>
        </p:spPr>
        <p:txBody>
          <a:bodyPr vert="horz" lIns="94668" tIns="47334" rIns="94668" bIns="47334" rtlCol="0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5797249" y="1"/>
            <a:ext cx="4435000" cy="355203"/>
          </a:xfrm>
          <a:prstGeom prst="rect">
            <a:avLst/>
          </a:prstGeom>
        </p:spPr>
        <p:txBody>
          <a:bodyPr vert="horz" lIns="94668" tIns="47334" rIns="94668" bIns="47334" rtlCol="0"/>
          <a:lstStyle>
            <a:lvl1pPr algn="r">
              <a:defRPr sz="1200"/>
            </a:lvl1pPr>
          </a:lstStyle>
          <a:p>
            <a:fld id="{B6DBBA06-5F65-4638-9B87-6E55AEC9905A}" type="datetimeFigureOut">
              <a:rPr lang="ko-KR" altLang="en-US" smtClean="0"/>
              <a:t>2025-11-25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3187700" y="533400"/>
            <a:ext cx="3859213" cy="266223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68" tIns="47334" rIns="94668" bIns="47334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1023463" y="3374430"/>
            <a:ext cx="8187690" cy="3196828"/>
          </a:xfrm>
          <a:prstGeom prst="rect">
            <a:avLst/>
          </a:prstGeom>
        </p:spPr>
        <p:txBody>
          <a:bodyPr vert="horz" lIns="94668" tIns="47334" rIns="94668" bIns="47334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2" y="6747628"/>
            <a:ext cx="4435000" cy="355203"/>
          </a:xfrm>
          <a:prstGeom prst="rect">
            <a:avLst/>
          </a:prstGeom>
        </p:spPr>
        <p:txBody>
          <a:bodyPr vert="horz" lIns="94668" tIns="47334" rIns="94668" bIns="47334" rtlCol="0" anchor="b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5797249" y="6747628"/>
            <a:ext cx="4435000" cy="355203"/>
          </a:xfrm>
          <a:prstGeom prst="rect">
            <a:avLst/>
          </a:prstGeom>
        </p:spPr>
        <p:txBody>
          <a:bodyPr vert="horz" lIns="94668" tIns="47334" rIns="94668" bIns="47334" rtlCol="0" anchor="b"/>
          <a:lstStyle>
            <a:lvl1pPr algn="r">
              <a:defRPr sz="1200"/>
            </a:lvl1pPr>
          </a:lstStyle>
          <a:p>
            <a:fld id="{C1566C90-04BB-4AF7-B434-BFD7F5BB8360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474484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566C90-04BB-4AF7-B434-BFD7F5BB8360}" type="slidenum">
              <a:rPr lang="ko-KR" altLang="en-US" smtClean="0"/>
              <a:t>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567482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 userDrawn="1"/>
        </p:nvSpPr>
        <p:spPr>
          <a:xfrm>
            <a:off x="1617662" y="6777673"/>
            <a:ext cx="7204075" cy="217427"/>
          </a:xfrm>
          <a:prstGeom prst="rect">
            <a:avLst/>
          </a:prstGeom>
          <a:noFill/>
        </p:spPr>
        <p:txBody>
          <a:bodyPr lIns="100800" tIns="54322" rIns="100800" bIns="54322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fr-FR" sz="700" dirty="0">
                <a:effectLst/>
                <a:cs typeface="Arial" pitchFamily="34" charset="0"/>
              </a:rPr>
              <a:t> www.</a:t>
            </a:r>
            <a:r>
              <a:rPr lang="en-US" sz="700" dirty="0">
                <a:effectLst/>
                <a:cs typeface="Arial" pitchFamily="34" charset="0"/>
              </a:rPr>
              <a:t>powerinsight.co.kr</a:t>
            </a:r>
            <a:r>
              <a:rPr lang="fr-FR" sz="700" dirty="0">
                <a:effectLst/>
                <a:cs typeface="Arial" pitchFamily="34" charset="0"/>
              </a:rPr>
              <a:t> © Power Insight.</a:t>
            </a:r>
            <a:r>
              <a:rPr lang="en-US" sz="700" baseline="0" dirty="0">
                <a:effectLst/>
                <a:cs typeface="Arial" pitchFamily="34" charset="0"/>
              </a:rPr>
              <a:t> Co., Ltd.</a:t>
            </a:r>
            <a:r>
              <a:rPr lang="fr-FR" sz="700" dirty="0">
                <a:effectLst/>
                <a:cs typeface="Arial" pitchFamily="34" charset="0"/>
              </a:rPr>
              <a:t>  </a:t>
            </a:r>
            <a:r>
              <a:rPr lang="en-US" sz="700" dirty="0">
                <a:effectLst/>
                <a:cs typeface="Arial" pitchFamily="34" charset="0"/>
              </a:rPr>
              <a:t>Confidential</a:t>
            </a:r>
            <a:r>
              <a:rPr lang="fr-FR" sz="700" dirty="0">
                <a:effectLst/>
                <a:cs typeface="Arial" pitchFamily="34" charset="0"/>
              </a:rPr>
              <a:t> Information </a:t>
            </a:r>
            <a:r>
              <a:rPr lang="el-GR" sz="700" dirty="0">
                <a:effectLst/>
                <a:cs typeface="Arial" pitchFamily="34" charset="0"/>
              </a:rPr>
              <a:t>Ι</a:t>
            </a:r>
            <a:r>
              <a:rPr lang="fr-FR" sz="700" dirty="0">
                <a:effectLst/>
                <a:cs typeface="Arial" pitchFamily="34" charset="0"/>
              </a:rPr>
              <a:t> </a:t>
            </a:r>
            <a:fld id="{7932CEB9-7706-4840-A8AE-48D24CB336EF}" type="datetimeFigureOut">
              <a:rPr lang="fr-FR" sz="700" smtClean="0">
                <a:effectLst/>
                <a:cs typeface="Arial" pitchFamily="34" charset="0"/>
              </a:rPr>
              <a:pPr algn="ctr">
                <a:defRPr/>
              </a:pPr>
              <a:t>25/11/2025</a:t>
            </a:fld>
            <a:endParaRPr lang="fr-FR" sz="700" dirty="0">
              <a:effectLst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2754F41E-81B1-2382-8C3F-D9F2CCBB196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54193" y="6585367"/>
            <a:ext cx="1333984" cy="379983"/>
          </a:xfrm>
          <a:prstGeom prst="rect">
            <a:avLst/>
          </a:prstGeom>
        </p:spPr>
      </p:pic>
      <p:pic>
        <p:nvPicPr>
          <p:cNvPr id="18" name="Picture 6" descr="A picture containing food, drawing&#10;&#10;Description automatically generated">
            <a:extLst>
              <a:ext uri="{FF2B5EF4-FFF2-40B4-BE49-F238E27FC236}">
                <a16:creationId xmlns:a16="http://schemas.microsoft.com/office/drawing/2014/main" id="{7FC395CA-1818-4437-98EB-6685F9AEFB9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54617" y="6572072"/>
            <a:ext cx="1171422" cy="358748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458E6DCD-907E-4F38-8A75-8F5621E7176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0"/>
            <a:ext cx="10441074" cy="7194392"/>
          </a:xfrm>
          <a:prstGeom prst="rect">
            <a:avLst/>
          </a:prstGeom>
        </p:spPr>
      </p:pic>
      <p:sp>
        <p:nvSpPr>
          <p:cNvPr id="9" name="부제목 2">
            <a:extLst>
              <a:ext uri="{FF2B5EF4-FFF2-40B4-BE49-F238E27FC236}">
                <a16:creationId xmlns:a16="http://schemas.microsoft.com/office/drawing/2014/main" id="{2C984A35-5258-4DE5-AA5E-1EDF0782F2F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35468" y="2945920"/>
            <a:ext cx="4464749" cy="442342"/>
          </a:xfrm>
        </p:spPr>
        <p:txBody>
          <a:bodyPr>
            <a:noAutofit/>
          </a:bodyPr>
          <a:lstStyle>
            <a:lvl1pPr marL="0" indent="0" algn="l">
              <a:buNone/>
              <a:defRPr sz="2000" b="1">
                <a:solidFill>
                  <a:schemeClr val="tx1">
                    <a:lumMod val="50000"/>
                    <a:lumOff val="50000"/>
                  </a:schemeClr>
                </a:solidFill>
                <a:latin typeface="맑은 고딕" pitchFamily="50" charset="-127"/>
                <a:ea typeface="맑은 고딕" pitchFamily="50" charset="-127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dirty="0"/>
              <a:t>마스터 소제목 스타일 편집</a:t>
            </a:r>
          </a:p>
        </p:txBody>
      </p:sp>
      <p:sp>
        <p:nvSpPr>
          <p:cNvPr id="11" name="제목 1">
            <a:extLst>
              <a:ext uri="{FF2B5EF4-FFF2-40B4-BE49-F238E27FC236}">
                <a16:creationId xmlns:a16="http://schemas.microsoft.com/office/drawing/2014/main" id="{620ED3BC-F304-4C80-A5E9-E5E1B2A03976}"/>
              </a:ext>
            </a:extLst>
          </p:cNvPr>
          <p:cNvSpPr>
            <a:spLocks noGrp="1"/>
          </p:cNvSpPr>
          <p:nvPr>
            <p:ph type="ctrTitle" idx="4294967295" hasCustomPrompt="1"/>
          </p:nvPr>
        </p:nvSpPr>
        <p:spPr>
          <a:xfrm>
            <a:off x="203062" y="1721784"/>
            <a:ext cx="5578754" cy="951545"/>
          </a:xfrm>
          <a:noFill/>
        </p:spPr>
        <p:txBody>
          <a:bodyPr>
            <a:noAutofit/>
          </a:bodyPr>
          <a:lstStyle>
            <a:lvl1pPr marL="0" marR="0" indent="0" algn="l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700" b="1">
                <a:solidFill>
                  <a:srgbClr val="435469"/>
                </a:solidFill>
                <a:effectLst/>
                <a:latin typeface="맑은 고딕" pitchFamily="50" charset="-127"/>
                <a:ea typeface="맑은 고딕" pitchFamily="50" charset="-127"/>
              </a:defRPr>
            </a:lvl1pPr>
          </a:lstStyle>
          <a:p>
            <a:r>
              <a:rPr lang="ko-KR" altLang="en-US" dirty="0"/>
              <a:t>제목</a:t>
            </a:r>
            <a:endParaRPr lang="ko-KR" altLang="en-US" sz="4800" dirty="0"/>
          </a:p>
        </p:txBody>
      </p:sp>
      <p:sp>
        <p:nvSpPr>
          <p:cNvPr id="13" name="텍스트 개체 틀 14">
            <a:extLst>
              <a:ext uri="{FF2B5EF4-FFF2-40B4-BE49-F238E27FC236}">
                <a16:creationId xmlns:a16="http://schemas.microsoft.com/office/drawing/2014/main" id="{F2366571-8A37-4800-BB40-BCDDD5B6F21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05245" y="5070840"/>
            <a:ext cx="2834940" cy="3348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100792" tIns="50397" rIns="100792" bIns="50397">
            <a:spAutoFit/>
          </a:bodyPr>
          <a:lstStyle>
            <a:lvl1pPr marL="0" indent="0" algn="r" rtl="0" fontAlgn="base" latinLnBrk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None/>
              <a:defRPr kumimoji="1" lang="ko-KR" altLang="en-US" sz="1400" b="1" kern="1200" dirty="0">
                <a:solidFill>
                  <a:srgbClr val="A6A6A6"/>
                </a:solidFill>
                <a:effectLst/>
                <a:latin typeface="맑은 고딕" pitchFamily="50" charset="-127"/>
                <a:ea typeface="맑은 고딕" pitchFamily="50" charset="-127"/>
                <a:cs typeface="+mn-cs"/>
              </a:defRPr>
            </a:lvl1pPr>
          </a:lstStyle>
          <a:p>
            <a:pPr lvl="0" latinLnBrk="1">
              <a:spcBef>
                <a:spcPct val="0"/>
              </a:spcBef>
            </a:pPr>
            <a:r>
              <a:rPr lang="ko-KR" altLang="en-US" dirty="0"/>
              <a:t>날짜 </a:t>
            </a:r>
            <a:r>
              <a:rPr lang="en-US" altLang="ko-KR" dirty="0"/>
              <a:t>ex) September. 06. 2016</a:t>
            </a:r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FFAED7D-2EE6-4049-ADBC-7446631B4443}"/>
              </a:ext>
            </a:extLst>
          </p:cNvPr>
          <p:cNvSpPr txBox="1"/>
          <p:nvPr userDrawn="1"/>
        </p:nvSpPr>
        <p:spPr>
          <a:xfrm rot="16200000">
            <a:off x="-1982254" y="4997766"/>
            <a:ext cx="4188740" cy="217427"/>
          </a:xfrm>
          <a:prstGeom prst="rect">
            <a:avLst/>
          </a:prstGeom>
          <a:noFill/>
        </p:spPr>
        <p:txBody>
          <a:bodyPr wrap="square" lIns="100800" tIns="54322" rIns="100800" bIns="54322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fr-FR" sz="700" dirty="0">
                <a:effectLst/>
                <a:cs typeface="Arial" pitchFamily="34" charset="0"/>
              </a:rPr>
              <a:t> www.</a:t>
            </a:r>
            <a:r>
              <a:rPr lang="en-US" sz="700" dirty="0">
                <a:effectLst/>
                <a:cs typeface="Arial" pitchFamily="34" charset="0"/>
              </a:rPr>
              <a:t>powerinsight.co.kr</a:t>
            </a:r>
            <a:r>
              <a:rPr lang="fr-FR" sz="700" dirty="0">
                <a:effectLst/>
                <a:cs typeface="Arial" pitchFamily="34" charset="0"/>
              </a:rPr>
              <a:t> © Power Insight.</a:t>
            </a:r>
            <a:r>
              <a:rPr lang="en-US" sz="700" baseline="0" dirty="0">
                <a:effectLst/>
                <a:cs typeface="Arial" pitchFamily="34" charset="0"/>
              </a:rPr>
              <a:t> Co., Ltd.</a:t>
            </a:r>
            <a:r>
              <a:rPr lang="fr-FR" sz="700" dirty="0">
                <a:effectLst/>
                <a:cs typeface="Arial" pitchFamily="34" charset="0"/>
              </a:rPr>
              <a:t>  </a:t>
            </a:r>
            <a:r>
              <a:rPr lang="en-US" sz="700" dirty="0">
                <a:effectLst/>
                <a:cs typeface="Arial" pitchFamily="34" charset="0"/>
              </a:rPr>
              <a:t>Confidential</a:t>
            </a:r>
            <a:r>
              <a:rPr lang="fr-FR" sz="700" dirty="0">
                <a:effectLst/>
                <a:cs typeface="Arial" pitchFamily="34" charset="0"/>
              </a:rPr>
              <a:t> Information </a:t>
            </a:r>
            <a:r>
              <a:rPr lang="el-GR" sz="700" dirty="0">
                <a:effectLst/>
                <a:cs typeface="Arial" pitchFamily="34" charset="0"/>
              </a:rPr>
              <a:t>Ι</a:t>
            </a:r>
            <a:r>
              <a:rPr lang="fr-FR" sz="700" dirty="0">
                <a:effectLst/>
                <a:cs typeface="Arial" pitchFamily="34" charset="0"/>
              </a:rPr>
              <a:t> </a:t>
            </a:r>
            <a:fld id="{7932CEB9-7706-4840-A8AE-48D24CB336EF}" type="datetimeFigureOut">
              <a:rPr lang="fr-FR" sz="700" smtClean="0">
                <a:effectLst/>
                <a:cs typeface="Arial" pitchFamily="34" charset="0"/>
              </a:rPr>
              <a:pPr algn="ctr">
                <a:defRPr/>
              </a:pPr>
              <a:t>25/11/2025</a:t>
            </a:fld>
            <a:endParaRPr lang="fr-FR" sz="70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3773404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중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 userDrawn="1"/>
        </p:nvSpPr>
        <p:spPr>
          <a:xfrm>
            <a:off x="3110373" y="645474"/>
            <a:ext cx="607859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6600" dirty="0">
                <a:solidFill>
                  <a:schemeClr val="bg1"/>
                </a:solidFill>
                <a:latin typeface="굴림" pitchFamily="50" charset="-127"/>
                <a:ea typeface="굴림" pitchFamily="50" charset="-127"/>
              </a:rPr>
              <a:t>“</a:t>
            </a:r>
            <a:endParaRPr lang="ko-KR" altLang="en-US" sz="6600" dirty="0">
              <a:solidFill>
                <a:schemeClr val="bg1"/>
              </a:solidFill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28" name="TextBox 27"/>
          <p:cNvSpPr txBox="1"/>
          <p:nvPr userDrawn="1"/>
        </p:nvSpPr>
        <p:spPr>
          <a:xfrm>
            <a:off x="1827335" y="845529"/>
            <a:ext cx="2088232" cy="70788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l" defTabSz="1008035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4000" b="1" dirty="0">
                <a:solidFill>
                  <a:srgbClr val="435469"/>
                </a:solidFill>
                <a:latin typeface="맑은 고딕" pitchFamily="50" charset="-127"/>
                <a:ea typeface="맑은 고딕" pitchFamily="50" charset="-127"/>
              </a:rPr>
              <a:t>Agenda </a:t>
            </a:r>
            <a:endParaRPr lang="ko-KR" altLang="en-US" sz="4000" b="1" dirty="0">
              <a:solidFill>
                <a:srgbClr val="435469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2850E46-5D80-BCCF-BD17-3718E6ED94EF}"/>
              </a:ext>
            </a:extLst>
          </p:cNvPr>
          <p:cNvSpPr txBox="1"/>
          <p:nvPr userDrawn="1"/>
        </p:nvSpPr>
        <p:spPr>
          <a:xfrm rot="16200000">
            <a:off x="-1982254" y="4997766"/>
            <a:ext cx="4188740" cy="217427"/>
          </a:xfrm>
          <a:prstGeom prst="rect">
            <a:avLst/>
          </a:prstGeom>
          <a:noFill/>
        </p:spPr>
        <p:txBody>
          <a:bodyPr wrap="square" lIns="100800" tIns="54322" rIns="100800" bIns="54322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fr-FR" sz="700" dirty="0">
                <a:effectLst/>
                <a:cs typeface="Arial" pitchFamily="34" charset="0"/>
              </a:rPr>
              <a:t> www.</a:t>
            </a:r>
            <a:r>
              <a:rPr lang="en-US" sz="700" dirty="0">
                <a:effectLst/>
                <a:cs typeface="Arial" pitchFamily="34" charset="0"/>
              </a:rPr>
              <a:t>powerinsight.co.kr</a:t>
            </a:r>
            <a:r>
              <a:rPr lang="fr-FR" sz="700" dirty="0">
                <a:effectLst/>
                <a:cs typeface="Arial" pitchFamily="34" charset="0"/>
              </a:rPr>
              <a:t> © Power Insight.</a:t>
            </a:r>
            <a:r>
              <a:rPr lang="en-US" sz="700" baseline="0" dirty="0">
                <a:effectLst/>
                <a:cs typeface="Arial" pitchFamily="34" charset="0"/>
              </a:rPr>
              <a:t> Co., Ltd.</a:t>
            </a:r>
            <a:r>
              <a:rPr lang="fr-FR" sz="700" dirty="0">
                <a:effectLst/>
                <a:cs typeface="Arial" pitchFamily="34" charset="0"/>
              </a:rPr>
              <a:t>  </a:t>
            </a:r>
            <a:r>
              <a:rPr lang="en-US" sz="700" dirty="0">
                <a:effectLst/>
                <a:cs typeface="Arial" pitchFamily="34" charset="0"/>
              </a:rPr>
              <a:t>Confidential</a:t>
            </a:r>
            <a:r>
              <a:rPr lang="fr-FR" sz="700" dirty="0">
                <a:effectLst/>
                <a:cs typeface="Arial" pitchFamily="34" charset="0"/>
              </a:rPr>
              <a:t> Information </a:t>
            </a:r>
            <a:r>
              <a:rPr lang="el-GR" sz="700" dirty="0">
                <a:effectLst/>
                <a:cs typeface="Arial" pitchFamily="34" charset="0"/>
              </a:rPr>
              <a:t>Ι</a:t>
            </a:r>
            <a:r>
              <a:rPr lang="fr-FR" sz="700" dirty="0">
                <a:effectLst/>
                <a:cs typeface="Arial" pitchFamily="34" charset="0"/>
              </a:rPr>
              <a:t> </a:t>
            </a:r>
            <a:fld id="{7932CEB9-7706-4840-A8AE-48D24CB336EF}" type="datetimeFigureOut">
              <a:rPr lang="fr-FR" sz="700" smtClean="0">
                <a:effectLst/>
                <a:cs typeface="Arial" pitchFamily="34" charset="0"/>
              </a:rPr>
              <a:pPr algn="ctr">
                <a:defRPr/>
              </a:pPr>
              <a:t>25/11/2025</a:t>
            </a:fld>
            <a:endParaRPr lang="fr-FR" sz="700" dirty="0">
              <a:effectLst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75147073-22DE-EDE3-ECFB-EC933B6E541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09"/>
            <a:ext cx="1684166" cy="2362405"/>
          </a:xfrm>
          <a:prstGeom prst="rect">
            <a:avLst/>
          </a:prstGeom>
        </p:spPr>
      </p:pic>
      <p:sp>
        <p:nvSpPr>
          <p:cNvPr id="9" name="Espace réservé du numéro de diapositive 5">
            <a:extLst>
              <a:ext uri="{FF2B5EF4-FFF2-40B4-BE49-F238E27FC236}">
                <a16:creationId xmlns:a16="http://schemas.microsoft.com/office/drawing/2014/main" id="{F82039BC-3CE6-4813-8DFB-8DCDEBD97BAB}"/>
              </a:ext>
            </a:extLst>
          </p:cNvPr>
          <p:cNvSpPr txBox="1">
            <a:spLocks/>
          </p:cNvSpPr>
          <p:nvPr userDrawn="1"/>
        </p:nvSpPr>
        <p:spPr>
          <a:xfrm>
            <a:off x="4824413" y="6835907"/>
            <a:ext cx="792162" cy="266067"/>
          </a:xfrm>
          <a:prstGeom prst="rect">
            <a:avLst/>
          </a:prstGeom>
        </p:spPr>
        <p:txBody>
          <a:bodyPr lIns="34756" tIns="52446" rIns="34756" bIns="52446"/>
          <a:lstStyle>
            <a:lvl1pPr>
              <a:defRPr sz="1000">
                <a:latin typeface="Arial" pitchFamily="34" charset="0"/>
                <a:cs typeface="Arial" pitchFamily="34" charset="0"/>
              </a:defRPr>
            </a:lvl1pPr>
          </a:lstStyle>
          <a:p>
            <a:pPr algn="ctr" defTabSz="1048926" fontAlgn="auto" latinLnBrk="0">
              <a:spcBef>
                <a:spcPts val="0"/>
              </a:spcBef>
              <a:spcAft>
                <a:spcPts val="0"/>
              </a:spcAft>
              <a:defRPr/>
            </a:pPr>
            <a:fld id="{3BA5B853-3839-4E5D-9AF5-8D2D3A3B4F6F}" type="slidenum">
              <a:rPr kumimoji="0" lang="fr-FR" sz="1000" b="1" smtClean="0">
                <a:solidFill>
                  <a:schemeClr val="bg1">
                    <a:lumMod val="50000"/>
                  </a:schemeClr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pPr algn="ctr" defTabSz="1048926"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kumimoji="0" lang="fr-FR" sz="1000" b="0" dirty="0">
              <a:solidFill>
                <a:schemeClr val="bg1">
                  <a:lumMod val="50000"/>
                </a:schemeClr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8DCCCE6C-2E82-43C7-8667-BCD3BA5D2AB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54074" y="6751679"/>
            <a:ext cx="1035715" cy="3873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5790876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소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:a16="http://schemas.microsoft.com/office/drawing/2014/main" id="{8785480A-A499-8139-0F91-B261A414B3A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09"/>
            <a:ext cx="1684166" cy="2362405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2570BAC5-F91A-4DE7-8C25-91E352432C46}"/>
              </a:ext>
            </a:extLst>
          </p:cNvPr>
          <p:cNvSpPr txBox="1"/>
          <p:nvPr userDrawn="1"/>
        </p:nvSpPr>
        <p:spPr>
          <a:xfrm>
            <a:off x="1827335" y="845529"/>
            <a:ext cx="2088232" cy="70788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l" defTabSz="1008035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4000" b="1" dirty="0">
                <a:solidFill>
                  <a:srgbClr val="435469"/>
                </a:solidFill>
                <a:latin typeface="맑은 고딕" pitchFamily="50" charset="-127"/>
                <a:ea typeface="맑은 고딕" pitchFamily="50" charset="-127"/>
              </a:rPr>
              <a:t>Agenda </a:t>
            </a:r>
            <a:endParaRPr lang="ko-KR" altLang="en-US" sz="4000" b="1" dirty="0">
              <a:solidFill>
                <a:srgbClr val="435469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12E8614-1BA5-491D-B44E-F2A02D2C49FB}"/>
              </a:ext>
            </a:extLst>
          </p:cNvPr>
          <p:cNvSpPr txBox="1"/>
          <p:nvPr userDrawn="1"/>
        </p:nvSpPr>
        <p:spPr>
          <a:xfrm rot="16200000">
            <a:off x="-1982254" y="4997766"/>
            <a:ext cx="4188740" cy="217427"/>
          </a:xfrm>
          <a:prstGeom prst="rect">
            <a:avLst/>
          </a:prstGeom>
          <a:noFill/>
        </p:spPr>
        <p:txBody>
          <a:bodyPr wrap="square" lIns="100800" tIns="54322" rIns="100800" bIns="54322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fr-FR" sz="700" dirty="0">
                <a:effectLst/>
                <a:cs typeface="Arial" pitchFamily="34" charset="0"/>
              </a:rPr>
              <a:t> www.</a:t>
            </a:r>
            <a:r>
              <a:rPr lang="en-US" sz="700" dirty="0">
                <a:effectLst/>
                <a:cs typeface="Arial" pitchFamily="34" charset="0"/>
              </a:rPr>
              <a:t>powerinsight.co.kr</a:t>
            </a:r>
            <a:r>
              <a:rPr lang="fr-FR" sz="700" dirty="0">
                <a:effectLst/>
                <a:cs typeface="Arial" pitchFamily="34" charset="0"/>
              </a:rPr>
              <a:t> © Power Insight.</a:t>
            </a:r>
            <a:r>
              <a:rPr lang="en-US" sz="700" baseline="0" dirty="0">
                <a:effectLst/>
                <a:cs typeface="Arial" pitchFamily="34" charset="0"/>
              </a:rPr>
              <a:t> Co., Ltd.</a:t>
            </a:r>
            <a:r>
              <a:rPr lang="fr-FR" sz="700" dirty="0">
                <a:effectLst/>
                <a:cs typeface="Arial" pitchFamily="34" charset="0"/>
              </a:rPr>
              <a:t>  </a:t>
            </a:r>
            <a:r>
              <a:rPr lang="en-US" sz="700" dirty="0">
                <a:effectLst/>
                <a:cs typeface="Arial" pitchFamily="34" charset="0"/>
              </a:rPr>
              <a:t>Confidential</a:t>
            </a:r>
            <a:r>
              <a:rPr lang="fr-FR" sz="700" dirty="0">
                <a:effectLst/>
                <a:cs typeface="Arial" pitchFamily="34" charset="0"/>
              </a:rPr>
              <a:t> Information </a:t>
            </a:r>
            <a:r>
              <a:rPr lang="el-GR" sz="700" dirty="0">
                <a:effectLst/>
                <a:cs typeface="Arial" pitchFamily="34" charset="0"/>
              </a:rPr>
              <a:t>Ι</a:t>
            </a:r>
            <a:r>
              <a:rPr lang="fr-FR" sz="700" dirty="0">
                <a:effectLst/>
                <a:cs typeface="Arial" pitchFamily="34" charset="0"/>
              </a:rPr>
              <a:t> </a:t>
            </a:r>
            <a:fld id="{7932CEB9-7706-4840-A8AE-48D24CB336EF}" type="datetimeFigureOut">
              <a:rPr lang="fr-FR" sz="700" smtClean="0">
                <a:effectLst/>
                <a:cs typeface="Arial" pitchFamily="34" charset="0"/>
              </a:rPr>
              <a:pPr algn="ctr">
                <a:defRPr/>
              </a:pPr>
              <a:t>25/11/2025</a:t>
            </a:fld>
            <a:endParaRPr lang="fr-FR" sz="700" dirty="0">
              <a:effectLst/>
            </a:endParaRPr>
          </a:p>
        </p:txBody>
      </p:sp>
      <p:sp>
        <p:nvSpPr>
          <p:cNvPr id="12" name="Espace réservé du numéro de diapositive 5">
            <a:extLst>
              <a:ext uri="{FF2B5EF4-FFF2-40B4-BE49-F238E27FC236}">
                <a16:creationId xmlns:a16="http://schemas.microsoft.com/office/drawing/2014/main" id="{80EA6B7C-701E-4BE9-A126-10F07FECFBDC}"/>
              </a:ext>
            </a:extLst>
          </p:cNvPr>
          <p:cNvSpPr txBox="1">
            <a:spLocks/>
          </p:cNvSpPr>
          <p:nvPr userDrawn="1"/>
        </p:nvSpPr>
        <p:spPr>
          <a:xfrm>
            <a:off x="4824413" y="6835907"/>
            <a:ext cx="792162" cy="266067"/>
          </a:xfrm>
          <a:prstGeom prst="rect">
            <a:avLst/>
          </a:prstGeom>
        </p:spPr>
        <p:txBody>
          <a:bodyPr lIns="34756" tIns="52446" rIns="34756" bIns="52446"/>
          <a:lstStyle>
            <a:lvl1pPr>
              <a:defRPr sz="1000">
                <a:latin typeface="Arial" pitchFamily="34" charset="0"/>
                <a:cs typeface="Arial" pitchFamily="34" charset="0"/>
              </a:defRPr>
            </a:lvl1pPr>
          </a:lstStyle>
          <a:p>
            <a:pPr algn="ctr" defTabSz="1048926" fontAlgn="auto" latinLnBrk="0">
              <a:spcBef>
                <a:spcPts val="0"/>
              </a:spcBef>
              <a:spcAft>
                <a:spcPts val="0"/>
              </a:spcAft>
              <a:defRPr/>
            </a:pPr>
            <a:fld id="{3BA5B853-3839-4E5D-9AF5-8D2D3A3B4F6F}" type="slidenum">
              <a:rPr kumimoji="0" lang="fr-FR" sz="1000" b="1" smtClean="0">
                <a:solidFill>
                  <a:schemeClr val="bg1">
                    <a:lumMod val="50000"/>
                  </a:schemeClr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pPr algn="ctr" defTabSz="1048926"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kumimoji="0" lang="fr-FR" sz="1000" b="0" dirty="0">
              <a:solidFill>
                <a:schemeClr val="bg1">
                  <a:lumMod val="50000"/>
                </a:schemeClr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8F1A4AF0-FA9B-4629-870D-FC6918EE623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54074" y="6751679"/>
            <a:ext cx="1035715" cy="3873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79208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내용 슬라이드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/>
          <p:cNvSpPr>
            <a:spLocks noGrp="1"/>
          </p:cNvSpPr>
          <p:nvPr>
            <p:ph type="body" sz="quarter" idx="10" hasCustomPrompt="1"/>
          </p:nvPr>
        </p:nvSpPr>
        <p:spPr>
          <a:xfrm>
            <a:off x="6660654" y="144691"/>
            <a:ext cx="3596379" cy="520597"/>
          </a:xfrm>
        </p:spPr>
        <p:txBody>
          <a:bodyPr>
            <a:noAutofit/>
          </a:bodyPr>
          <a:lstStyle>
            <a:lvl1pPr marL="0" indent="0" algn="r">
              <a:buFont typeface="+mj-lt"/>
              <a:buNone/>
              <a:defRPr sz="14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ko-KR" altLang="en-US" dirty="0"/>
              <a:t>제목</a:t>
            </a:r>
            <a:endParaRPr lang="en-US" altLang="ko-KR" dirty="0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1" hasCustomPrompt="1"/>
          </p:nvPr>
        </p:nvSpPr>
        <p:spPr>
          <a:xfrm>
            <a:off x="190963" y="146475"/>
            <a:ext cx="6408712" cy="504056"/>
          </a:xfrm>
        </p:spPr>
        <p:txBody>
          <a:bodyPr>
            <a:noAutofit/>
          </a:bodyPr>
          <a:lstStyle>
            <a:lvl1pPr marL="0" indent="0">
              <a:buFont typeface="+mj-lt"/>
              <a:buNone/>
              <a:defRPr sz="2400" b="1">
                <a:solidFill>
                  <a:srgbClr val="435469"/>
                </a:solidFill>
              </a:defRPr>
            </a:lvl1pPr>
          </a:lstStyle>
          <a:p>
            <a:pPr lvl="0"/>
            <a:r>
              <a:rPr lang="en-US" altLang="ko-KR" dirty="0"/>
              <a:t>1.1 </a:t>
            </a:r>
            <a:r>
              <a:rPr lang="ko-KR" altLang="en-US" dirty="0"/>
              <a:t>제목</a:t>
            </a:r>
          </a:p>
        </p:txBody>
      </p:sp>
      <p:cxnSp>
        <p:nvCxnSpPr>
          <p:cNvPr id="4" name="직선 연결선 3"/>
          <p:cNvCxnSpPr/>
          <p:nvPr userDrawn="1"/>
        </p:nvCxnSpPr>
        <p:spPr>
          <a:xfrm>
            <a:off x="179934" y="692079"/>
            <a:ext cx="10080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직사각형 1">
            <a:extLst>
              <a:ext uri="{FF2B5EF4-FFF2-40B4-BE49-F238E27FC236}">
                <a16:creationId xmlns:a16="http://schemas.microsoft.com/office/drawing/2014/main" id="{6A9806A3-FC1A-10EF-E2AE-48E757D8E78E}"/>
              </a:ext>
            </a:extLst>
          </p:cNvPr>
          <p:cNvSpPr/>
          <p:nvPr userDrawn="1"/>
        </p:nvSpPr>
        <p:spPr>
          <a:xfrm>
            <a:off x="0" y="50"/>
            <a:ext cx="10440988" cy="135010"/>
          </a:xfrm>
          <a:prstGeom prst="rect">
            <a:avLst/>
          </a:prstGeom>
          <a:gradFill flip="none" rotWithShape="1">
            <a:gsLst>
              <a:gs pos="0">
                <a:srgbClr val="1C6DB0"/>
              </a:gs>
              <a:gs pos="50000">
                <a:srgbClr val="326AA8">
                  <a:tint val="44500"/>
                  <a:satMod val="160000"/>
                </a:srgbClr>
              </a:gs>
              <a:gs pos="100000">
                <a:srgbClr val="326AA8">
                  <a:tint val="23500"/>
                  <a:satMod val="16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FA26396E-0C9F-BE61-FDFB-EEAD035D52B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5179" y="1711074"/>
            <a:ext cx="5843161" cy="5039726"/>
          </a:xfrm>
          <a:prstGeom prst="rect">
            <a:avLst/>
          </a:prstGeom>
          <a:effectLst/>
        </p:spPr>
      </p:pic>
      <p:sp>
        <p:nvSpPr>
          <p:cNvPr id="15" name="Espace réservé du numéro de diapositive 5">
            <a:extLst>
              <a:ext uri="{FF2B5EF4-FFF2-40B4-BE49-F238E27FC236}">
                <a16:creationId xmlns:a16="http://schemas.microsoft.com/office/drawing/2014/main" id="{20638498-9C71-4BD7-BD09-BB1E3993F9FE}"/>
              </a:ext>
            </a:extLst>
          </p:cNvPr>
          <p:cNvSpPr txBox="1">
            <a:spLocks/>
          </p:cNvSpPr>
          <p:nvPr userDrawn="1"/>
        </p:nvSpPr>
        <p:spPr>
          <a:xfrm>
            <a:off x="4824413" y="6835907"/>
            <a:ext cx="792162" cy="266067"/>
          </a:xfrm>
          <a:prstGeom prst="rect">
            <a:avLst/>
          </a:prstGeom>
        </p:spPr>
        <p:txBody>
          <a:bodyPr lIns="34756" tIns="52446" rIns="34756" bIns="52446"/>
          <a:lstStyle>
            <a:lvl1pPr>
              <a:defRPr sz="1000">
                <a:latin typeface="Arial" pitchFamily="34" charset="0"/>
                <a:cs typeface="Arial" pitchFamily="34" charset="0"/>
              </a:defRPr>
            </a:lvl1pPr>
          </a:lstStyle>
          <a:p>
            <a:pPr algn="ctr" defTabSz="1048926" fontAlgn="auto" latinLnBrk="0">
              <a:spcBef>
                <a:spcPts val="0"/>
              </a:spcBef>
              <a:spcAft>
                <a:spcPts val="0"/>
              </a:spcAft>
              <a:defRPr/>
            </a:pPr>
            <a:fld id="{3BA5B853-3839-4E5D-9AF5-8D2D3A3B4F6F}" type="slidenum">
              <a:rPr kumimoji="0" lang="fr-FR" sz="1000" b="1" smtClean="0">
                <a:solidFill>
                  <a:schemeClr val="bg1">
                    <a:lumMod val="50000"/>
                  </a:schemeClr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pPr algn="ctr" defTabSz="1048926"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kumimoji="0" lang="fr-FR" sz="1000" b="0" dirty="0">
              <a:solidFill>
                <a:schemeClr val="bg1">
                  <a:lumMod val="50000"/>
                </a:schemeClr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6A2E4BD4-37D5-455B-9139-FD42FC9A5ED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54074" y="6751679"/>
            <a:ext cx="1035715" cy="3873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02419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내용 슬라이드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/>
          <p:cNvSpPr>
            <a:spLocks noGrp="1"/>
          </p:cNvSpPr>
          <p:nvPr>
            <p:ph type="body" sz="quarter" idx="14" hasCustomPrompt="1"/>
          </p:nvPr>
        </p:nvSpPr>
        <p:spPr>
          <a:xfrm>
            <a:off x="197757" y="733627"/>
            <a:ext cx="10059276" cy="571562"/>
          </a:xfrm>
        </p:spPr>
        <p:txBody>
          <a:bodyPr>
            <a:normAutofit/>
          </a:bodyPr>
          <a:lstStyle>
            <a:lvl1pPr marL="0" indent="0">
              <a:buNone/>
              <a:defRPr sz="1800" b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ko-KR" altLang="en-US" dirty="0"/>
              <a:t>본문내용</a:t>
            </a:r>
            <a:endParaRPr lang="en-US" altLang="ko-KR" dirty="0"/>
          </a:p>
          <a:p>
            <a:pPr lvl="0"/>
            <a:endParaRPr lang="ko-KR" altLang="en-US" dirty="0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B93BCB82-CF12-D60E-0A1C-5B1FAFF9CD1E}"/>
              </a:ext>
            </a:extLst>
          </p:cNvPr>
          <p:cNvSpPr/>
          <p:nvPr userDrawn="1"/>
        </p:nvSpPr>
        <p:spPr>
          <a:xfrm>
            <a:off x="0" y="50"/>
            <a:ext cx="10440988" cy="135010"/>
          </a:xfrm>
          <a:prstGeom prst="rect">
            <a:avLst/>
          </a:prstGeom>
          <a:gradFill flip="none" rotWithShape="1">
            <a:gsLst>
              <a:gs pos="0">
                <a:srgbClr val="1C6DB0"/>
              </a:gs>
              <a:gs pos="50000">
                <a:srgbClr val="326AA8">
                  <a:tint val="44500"/>
                  <a:satMod val="160000"/>
                </a:srgbClr>
              </a:gs>
              <a:gs pos="100000">
                <a:srgbClr val="326AA8">
                  <a:tint val="23500"/>
                  <a:satMod val="16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A92F881C-5469-E7C2-C6D8-CEE3D712C27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5179" y="1711074"/>
            <a:ext cx="5843161" cy="5039726"/>
          </a:xfrm>
          <a:prstGeom prst="rect">
            <a:avLst/>
          </a:prstGeom>
          <a:effectLst/>
        </p:spPr>
      </p:pic>
      <p:sp>
        <p:nvSpPr>
          <p:cNvPr id="19" name="Espace réservé du numéro de diapositive 5">
            <a:extLst>
              <a:ext uri="{FF2B5EF4-FFF2-40B4-BE49-F238E27FC236}">
                <a16:creationId xmlns:a16="http://schemas.microsoft.com/office/drawing/2014/main" id="{1C46BDB1-A1C3-4C99-963E-1946BDDEE183}"/>
              </a:ext>
            </a:extLst>
          </p:cNvPr>
          <p:cNvSpPr txBox="1">
            <a:spLocks/>
          </p:cNvSpPr>
          <p:nvPr userDrawn="1"/>
        </p:nvSpPr>
        <p:spPr>
          <a:xfrm>
            <a:off x="4824413" y="6835907"/>
            <a:ext cx="792162" cy="266067"/>
          </a:xfrm>
          <a:prstGeom prst="rect">
            <a:avLst/>
          </a:prstGeom>
        </p:spPr>
        <p:txBody>
          <a:bodyPr lIns="34756" tIns="52446" rIns="34756" bIns="52446"/>
          <a:lstStyle>
            <a:lvl1pPr>
              <a:defRPr sz="1000">
                <a:latin typeface="Arial" pitchFamily="34" charset="0"/>
                <a:cs typeface="Arial" pitchFamily="34" charset="0"/>
              </a:defRPr>
            </a:lvl1pPr>
          </a:lstStyle>
          <a:p>
            <a:pPr algn="ctr" defTabSz="1048926" fontAlgn="auto" latinLnBrk="0">
              <a:spcBef>
                <a:spcPts val="0"/>
              </a:spcBef>
              <a:spcAft>
                <a:spcPts val="0"/>
              </a:spcAft>
              <a:defRPr/>
            </a:pPr>
            <a:fld id="{3BA5B853-3839-4E5D-9AF5-8D2D3A3B4F6F}" type="slidenum">
              <a:rPr kumimoji="0" lang="fr-FR" sz="1000" b="1" smtClean="0">
                <a:solidFill>
                  <a:schemeClr val="bg1">
                    <a:lumMod val="50000"/>
                  </a:schemeClr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pPr algn="ctr" defTabSz="1048926"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kumimoji="0" lang="fr-FR" sz="1000" b="0" dirty="0">
              <a:solidFill>
                <a:schemeClr val="bg1">
                  <a:lumMod val="50000"/>
                </a:schemeClr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텍스트 개체 틀 2">
            <a:extLst>
              <a:ext uri="{FF2B5EF4-FFF2-40B4-BE49-F238E27FC236}">
                <a16:creationId xmlns:a16="http://schemas.microsoft.com/office/drawing/2014/main" id="{6D3255A5-611D-408E-86ED-71F1C8E6004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660654" y="144691"/>
            <a:ext cx="3596379" cy="520597"/>
          </a:xfrm>
        </p:spPr>
        <p:txBody>
          <a:bodyPr>
            <a:noAutofit/>
          </a:bodyPr>
          <a:lstStyle>
            <a:lvl1pPr marL="0" indent="0" algn="r">
              <a:buFont typeface="+mj-lt"/>
              <a:buNone/>
              <a:defRPr sz="14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ko-KR" altLang="en-US" dirty="0"/>
              <a:t>제목</a:t>
            </a:r>
            <a:endParaRPr lang="en-US" altLang="ko-KR" dirty="0"/>
          </a:p>
        </p:txBody>
      </p:sp>
      <p:sp>
        <p:nvSpPr>
          <p:cNvPr id="11" name="텍스트 개체 틀 4">
            <a:extLst>
              <a:ext uri="{FF2B5EF4-FFF2-40B4-BE49-F238E27FC236}">
                <a16:creationId xmlns:a16="http://schemas.microsoft.com/office/drawing/2014/main" id="{E13BC61D-4E63-408A-88BF-6CD61E781E6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90963" y="146475"/>
            <a:ext cx="6408712" cy="504056"/>
          </a:xfrm>
        </p:spPr>
        <p:txBody>
          <a:bodyPr>
            <a:noAutofit/>
          </a:bodyPr>
          <a:lstStyle>
            <a:lvl1pPr marL="0" indent="0">
              <a:buFont typeface="+mj-lt"/>
              <a:buNone/>
              <a:defRPr sz="2400" b="1">
                <a:solidFill>
                  <a:srgbClr val="435469"/>
                </a:solidFill>
              </a:defRPr>
            </a:lvl1pPr>
          </a:lstStyle>
          <a:p>
            <a:pPr lvl="0"/>
            <a:r>
              <a:rPr lang="en-US" altLang="ko-KR" dirty="0"/>
              <a:t>1.1 </a:t>
            </a:r>
            <a:r>
              <a:rPr lang="ko-KR" altLang="en-US" dirty="0"/>
              <a:t>제목</a:t>
            </a:r>
          </a:p>
        </p:txBody>
      </p: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57C92366-5A46-458A-802A-2D3C7EE3843E}"/>
              </a:ext>
            </a:extLst>
          </p:cNvPr>
          <p:cNvCxnSpPr/>
          <p:nvPr userDrawn="1"/>
        </p:nvCxnSpPr>
        <p:spPr>
          <a:xfrm>
            <a:off x="179934" y="692079"/>
            <a:ext cx="10080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그림 13">
            <a:extLst>
              <a:ext uri="{FF2B5EF4-FFF2-40B4-BE49-F238E27FC236}">
                <a16:creationId xmlns:a16="http://schemas.microsoft.com/office/drawing/2014/main" id="{0F8DE550-B77F-4E76-A7A4-6F284F73C8D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54074" y="6751679"/>
            <a:ext cx="1035715" cy="3873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2201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내용 슬라이드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텍스트 개체 틀 3"/>
          <p:cNvSpPr>
            <a:spLocks noGrp="1"/>
          </p:cNvSpPr>
          <p:nvPr>
            <p:ph type="body" sz="quarter" idx="14" hasCustomPrompt="1"/>
          </p:nvPr>
        </p:nvSpPr>
        <p:spPr>
          <a:xfrm>
            <a:off x="539974" y="975082"/>
            <a:ext cx="9649072" cy="268154"/>
          </a:xfrm>
        </p:spPr>
        <p:txBody>
          <a:bodyPr>
            <a:normAutofit/>
          </a:bodyPr>
          <a:lstStyle>
            <a:lvl1pPr marL="0" indent="0"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ko-KR" altLang="en-US" dirty="0"/>
              <a:t>소제목 및 본문내용</a:t>
            </a:r>
          </a:p>
        </p:txBody>
      </p:sp>
      <p:sp>
        <p:nvSpPr>
          <p:cNvPr id="14" name="텍스트 개체 틀 2"/>
          <p:cNvSpPr>
            <a:spLocks noGrp="1"/>
          </p:cNvSpPr>
          <p:nvPr>
            <p:ph type="body" sz="quarter" idx="10" hasCustomPrompt="1"/>
          </p:nvPr>
        </p:nvSpPr>
        <p:spPr>
          <a:xfrm>
            <a:off x="251942" y="95970"/>
            <a:ext cx="9937104" cy="304187"/>
          </a:xfrm>
        </p:spPr>
        <p:txBody>
          <a:bodyPr>
            <a:noAutofit/>
          </a:bodyPr>
          <a:lstStyle>
            <a:lvl1pPr marL="514350" indent="-514350" algn="l">
              <a:buFont typeface="+mj-lt"/>
              <a:buAutoNum type="arabicPeriod"/>
              <a:defRPr sz="14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ko-KR" altLang="en-US" dirty="0"/>
              <a:t>제목</a:t>
            </a:r>
          </a:p>
        </p:txBody>
      </p:sp>
      <p:sp>
        <p:nvSpPr>
          <p:cNvPr id="15" name="텍스트 개체 틀 4"/>
          <p:cNvSpPr>
            <a:spLocks noGrp="1"/>
          </p:cNvSpPr>
          <p:nvPr>
            <p:ph type="body" sz="quarter" idx="11" hasCustomPrompt="1"/>
          </p:nvPr>
        </p:nvSpPr>
        <p:spPr>
          <a:xfrm>
            <a:off x="251942" y="432098"/>
            <a:ext cx="9937104" cy="504056"/>
          </a:xfrm>
        </p:spPr>
        <p:txBody>
          <a:bodyPr>
            <a:noAutofit/>
          </a:bodyPr>
          <a:lstStyle>
            <a:lvl1pPr marL="0" indent="0">
              <a:buFont typeface="+mj-lt"/>
              <a:buNone/>
              <a:defRPr sz="2400" b="1">
                <a:solidFill>
                  <a:srgbClr val="435469"/>
                </a:solidFill>
              </a:defRPr>
            </a:lvl1pPr>
          </a:lstStyle>
          <a:p>
            <a:pPr lvl="0"/>
            <a:r>
              <a:rPr lang="en-US" altLang="ko-KR" dirty="0"/>
              <a:t>1.1 </a:t>
            </a:r>
            <a:r>
              <a:rPr lang="ko-KR" altLang="en-US" dirty="0"/>
              <a:t>제목</a:t>
            </a:r>
          </a:p>
        </p:txBody>
      </p:sp>
      <p:cxnSp>
        <p:nvCxnSpPr>
          <p:cNvPr id="16" name="직선 연결선 15"/>
          <p:cNvCxnSpPr/>
          <p:nvPr userDrawn="1"/>
        </p:nvCxnSpPr>
        <p:spPr>
          <a:xfrm>
            <a:off x="251942" y="413048"/>
            <a:ext cx="9937104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직사각형 1">
            <a:extLst>
              <a:ext uri="{FF2B5EF4-FFF2-40B4-BE49-F238E27FC236}">
                <a16:creationId xmlns:a16="http://schemas.microsoft.com/office/drawing/2014/main" id="{3F51AF04-5797-BD5D-D772-F85CA66F7D61}"/>
              </a:ext>
            </a:extLst>
          </p:cNvPr>
          <p:cNvSpPr/>
          <p:nvPr userDrawn="1"/>
        </p:nvSpPr>
        <p:spPr>
          <a:xfrm>
            <a:off x="0" y="50"/>
            <a:ext cx="10440988" cy="135010"/>
          </a:xfrm>
          <a:prstGeom prst="rect">
            <a:avLst/>
          </a:prstGeom>
          <a:gradFill flip="none" rotWithShape="1">
            <a:gsLst>
              <a:gs pos="0">
                <a:srgbClr val="1C6DB0"/>
              </a:gs>
              <a:gs pos="50000">
                <a:srgbClr val="326AA8">
                  <a:tint val="44500"/>
                  <a:satMod val="160000"/>
                </a:srgbClr>
              </a:gs>
              <a:gs pos="100000">
                <a:srgbClr val="326AA8">
                  <a:tint val="23500"/>
                  <a:satMod val="16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EF097D08-C441-158E-3DE0-65C87602989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5179" y="1711074"/>
            <a:ext cx="5843161" cy="5039726"/>
          </a:xfrm>
          <a:prstGeom prst="rect">
            <a:avLst/>
          </a:prstGeom>
          <a:effectLst/>
        </p:spPr>
      </p:pic>
      <p:sp>
        <p:nvSpPr>
          <p:cNvPr id="20" name="Espace réservé du numéro de diapositive 5">
            <a:extLst>
              <a:ext uri="{FF2B5EF4-FFF2-40B4-BE49-F238E27FC236}">
                <a16:creationId xmlns:a16="http://schemas.microsoft.com/office/drawing/2014/main" id="{37593B14-CC72-4D53-AFB4-763FF50765BC}"/>
              </a:ext>
            </a:extLst>
          </p:cNvPr>
          <p:cNvSpPr txBox="1">
            <a:spLocks/>
          </p:cNvSpPr>
          <p:nvPr userDrawn="1"/>
        </p:nvSpPr>
        <p:spPr>
          <a:xfrm>
            <a:off x="4824413" y="6835907"/>
            <a:ext cx="792162" cy="266067"/>
          </a:xfrm>
          <a:prstGeom prst="rect">
            <a:avLst/>
          </a:prstGeom>
        </p:spPr>
        <p:txBody>
          <a:bodyPr lIns="34756" tIns="52446" rIns="34756" bIns="52446"/>
          <a:lstStyle>
            <a:lvl1pPr>
              <a:defRPr sz="1000">
                <a:latin typeface="Arial" pitchFamily="34" charset="0"/>
                <a:cs typeface="Arial" pitchFamily="34" charset="0"/>
              </a:defRPr>
            </a:lvl1pPr>
          </a:lstStyle>
          <a:p>
            <a:pPr algn="ctr" defTabSz="1048926" fontAlgn="auto" latinLnBrk="0">
              <a:spcBef>
                <a:spcPts val="0"/>
              </a:spcBef>
              <a:spcAft>
                <a:spcPts val="0"/>
              </a:spcAft>
              <a:defRPr/>
            </a:pPr>
            <a:fld id="{3BA5B853-3839-4E5D-9AF5-8D2D3A3B4F6F}" type="slidenum">
              <a:rPr lang="fr-FR" smtClean="0"/>
              <a:pPr algn="ctr" defTabSz="1048926"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fr-FR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F1F1160F-31A5-4F5B-AD87-7E04DA0AC1D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54074" y="6751679"/>
            <a:ext cx="1035715" cy="3873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80693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내용 슬라이드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텍스트 개체 틀 4"/>
          <p:cNvSpPr>
            <a:spLocks noGrp="1"/>
          </p:cNvSpPr>
          <p:nvPr>
            <p:ph type="body" sz="quarter" idx="13" hasCustomPrompt="1"/>
          </p:nvPr>
        </p:nvSpPr>
        <p:spPr>
          <a:xfrm>
            <a:off x="539974" y="1291351"/>
            <a:ext cx="9649072" cy="249442"/>
          </a:xfrm>
        </p:spPr>
        <p:txBody>
          <a:bodyPr>
            <a:normAutofit/>
          </a:bodyPr>
          <a:lstStyle>
            <a:lvl1pPr marL="0" indent="0">
              <a:buFont typeface="+mj-lt"/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ko-KR" altLang="en-US" dirty="0"/>
              <a:t>소제목 및 본문내용</a:t>
            </a:r>
          </a:p>
        </p:txBody>
      </p:sp>
      <p:sp>
        <p:nvSpPr>
          <p:cNvPr id="12" name="텍스트 개체 틀 3"/>
          <p:cNvSpPr>
            <a:spLocks noGrp="1"/>
          </p:cNvSpPr>
          <p:nvPr>
            <p:ph type="body" sz="quarter" idx="14" hasCustomPrompt="1"/>
          </p:nvPr>
        </p:nvSpPr>
        <p:spPr>
          <a:xfrm>
            <a:off x="539974" y="979951"/>
            <a:ext cx="9649072" cy="268154"/>
          </a:xfrm>
        </p:spPr>
        <p:txBody>
          <a:bodyPr>
            <a:normAutofit/>
          </a:bodyPr>
          <a:lstStyle>
            <a:lvl1pPr marL="0" indent="0">
              <a:buNone/>
              <a:defRPr sz="12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ko-KR" altLang="en-US" dirty="0"/>
              <a:t>본문내용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8D42DDAE-D1A1-2EC9-FB28-0A86D24C30C0}"/>
              </a:ext>
            </a:extLst>
          </p:cNvPr>
          <p:cNvSpPr/>
          <p:nvPr userDrawn="1"/>
        </p:nvSpPr>
        <p:spPr>
          <a:xfrm>
            <a:off x="0" y="50"/>
            <a:ext cx="10440988" cy="135010"/>
          </a:xfrm>
          <a:prstGeom prst="rect">
            <a:avLst/>
          </a:prstGeom>
          <a:gradFill flip="none" rotWithShape="1">
            <a:gsLst>
              <a:gs pos="0">
                <a:srgbClr val="1C6DB0"/>
              </a:gs>
              <a:gs pos="50000">
                <a:srgbClr val="326AA8">
                  <a:tint val="44500"/>
                  <a:satMod val="160000"/>
                </a:srgbClr>
              </a:gs>
              <a:gs pos="100000">
                <a:srgbClr val="326AA8">
                  <a:tint val="23500"/>
                  <a:satMod val="16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dirty="0"/>
          </a:p>
        </p:txBody>
      </p:sp>
      <p:sp>
        <p:nvSpPr>
          <p:cNvPr id="15" name="Espace réservé du numéro de diapositive 5">
            <a:extLst>
              <a:ext uri="{FF2B5EF4-FFF2-40B4-BE49-F238E27FC236}">
                <a16:creationId xmlns:a16="http://schemas.microsoft.com/office/drawing/2014/main" id="{8CFD48E0-431D-4999-8300-17B79BDF9FDA}"/>
              </a:ext>
            </a:extLst>
          </p:cNvPr>
          <p:cNvSpPr txBox="1">
            <a:spLocks/>
          </p:cNvSpPr>
          <p:nvPr userDrawn="1"/>
        </p:nvSpPr>
        <p:spPr>
          <a:xfrm>
            <a:off x="4824413" y="6835907"/>
            <a:ext cx="792162" cy="266067"/>
          </a:xfrm>
          <a:prstGeom prst="rect">
            <a:avLst/>
          </a:prstGeom>
        </p:spPr>
        <p:txBody>
          <a:bodyPr lIns="34756" tIns="52446" rIns="34756" bIns="52446"/>
          <a:lstStyle>
            <a:lvl1pPr>
              <a:defRPr sz="1000">
                <a:latin typeface="Arial" pitchFamily="34" charset="0"/>
                <a:cs typeface="Arial" pitchFamily="34" charset="0"/>
              </a:defRPr>
            </a:lvl1pPr>
          </a:lstStyle>
          <a:p>
            <a:pPr algn="ctr" defTabSz="1048926" fontAlgn="auto" latinLnBrk="0">
              <a:spcBef>
                <a:spcPts val="0"/>
              </a:spcBef>
              <a:spcAft>
                <a:spcPts val="0"/>
              </a:spcAft>
              <a:defRPr/>
            </a:pPr>
            <a:fld id="{3BA5B853-3839-4E5D-9AF5-8D2D3A3B4F6F}" type="slidenum">
              <a:rPr kumimoji="0" lang="fr-FR" sz="1000" b="1" smtClean="0">
                <a:solidFill>
                  <a:schemeClr val="bg1">
                    <a:lumMod val="50000"/>
                  </a:schemeClr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pPr algn="ctr" defTabSz="1048926"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kumimoji="0" lang="fr-FR" sz="1000" b="0" dirty="0">
              <a:solidFill>
                <a:schemeClr val="bg1">
                  <a:lumMod val="50000"/>
                </a:schemeClr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49C1B1AF-B5D1-4668-AF95-E8F2EFDC7D1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54074" y="6751679"/>
            <a:ext cx="1035715" cy="3873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21551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마지막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B306D773-EF99-49F3-7035-D1BD9A9AE10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0215" y="0"/>
            <a:ext cx="7740774" cy="657078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9DC4F96-C75D-B645-E9E3-74A5B9989C34}"/>
              </a:ext>
            </a:extLst>
          </p:cNvPr>
          <p:cNvSpPr txBox="1"/>
          <p:nvPr userDrawn="1"/>
        </p:nvSpPr>
        <p:spPr>
          <a:xfrm>
            <a:off x="1617662" y="6777673"/>
            <a:ext cx="7204075" cy="217427"/>
          </a:xfrm>
          <a:prstGeom prst="rect">
            <a:avLst/>
          </a:prstGeom>
          <a:noFill/>
        </p:spPr>
        <p:txBody>
          <a:bodyPr lIns="100800" tIns="54322" rIns="100800" bIns="54322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fr-FR" sz="700" dirty="0">
                <a:effectLst/>
                <a:cs typeface="Arial" pitchFamily="34" charset="0"/>
              </a:rPr>
              <a:t> </a:t>
            </a:r>
            <a:r>
              <a:rPr lang="fr-FR" altLang="ko-KR" sz="700" dirty="0">
                <a:effectLst/>
                <a:cs typeface="Arial" pitchFamily="34" charset="0"/>
              </a:rPr>
              <a:t>www.Digitalchain</a:t>
            </a:r>
            <a:r>
              <a:rPr lang="en-US" altLang="ko-KR" sz="700" dirty="0">
                <a:effectLst/>
                <a:cs typeface="Arial" pitchFamily="34" charset="0"/>
              </a:rPr>
              <a:t>.co.kr</a:t>
            </a:r>
            <a:r>
              <a:rPr lang="fr-FR" altLang="ko-KR" sz="700" dirty="0">
                <a:effectLst/>
                <a:cs typeface="Arial" pitchFamily="34" charset="0"/>
              </a:rPr>
              <a:t> © Digital Chain.</a:t>
            </a:r>
            <a:r>
              <a:rPr lang="en-US" altLang="ko-KR" sz="700" baseline="0" dirty="0">
                <a:effectLst/>
                <a:cs typeface="Arial" pitchFamily="34" charset="0"/>
              </a:rPr>
              <a:t> Co., Ltd.</a:t>
            </a:r>
            <a:r>
              <a:rPr lang="fr-FR" altLang="ko-KR" sz="700" dirty="0">
                <a:effectLst/>
                <a:cs typeface="Arial" pitchFamily="34" charset="0"/>
              </a:rPr>
              <a:t>  </a:t>
            </a:r>
            <a:r>
              <a:rPr lang="en-US" altLang="ko-KR" sz="700" dirty="0">
                <a:effectLst/>
                <a:cs typeface="Arial" pitchFamily="34" charset="0"/>
              </a:rPr>
              <a:t>Confidential</a:t>
            </a:r>
            <a:r>
              <a:rPr lang="fr-FR" altLang="ko-KR" sz="700" dirty="0">
                <a:effectLst/>
                <a:cs typeface="Arial" pitchFamily="34" charset="0"/>
              </a:rPr>
              <a:t> Information </a:t>
            </a:r>
            <a:r>
              <a:rPr lang="el-GR" altLang="ko-KR" sz="700" dirty="0">
                <a:effectLst/>
                <a:cs typeface="Arial" pitchFamily="34" charset="0"/>
              </a:rPr>
              <a:t>Ι</a:t>
            </a:r>
            <a:r>
              <a:rPr lang="fr-FR" altLang="ko-KR" sz="700" dirty="0">
                <a:effectLst/>
                <a:cs typeface="Arial" pitchFamily="34" charset="0"/>
              </a:rPr>
              <a:t> </a:t>
            </a:r>
            <a:fld id="{7932CEB9-7706-4840-A8AE-48D24CB336EF}" type="datetimeFigureOut">
              <a:rPr lang="fr-FR" altLang="ko-KR" sz="700" smtClean="0">
                <a:effectLst/>
                <a:cs typeface="Arial" pitchFamily="34" charset="0"/>
              </a:rPr>
              <a:pPr algn="ctr">
                <a:defRPr/>
              </a:pPr>
              <a:t>25/11/2025</a:t>
            </a:fld>
            <a:endParaRPr lang="fr-FR" sz="700" dirty="0">
              <a:effectLst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02583321-4791-9C4E-4C73-F355FB045B7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95169" y="1711074"/>
            <a:ext cx="5843161" cy="5039726"/>
          </a:xfrm>
          <a:prstGeom prst="rect">
            <a:avLst/>
          </a:prstGeom>
          <a:effectLst/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EC09CB67-0DB4-484D-BA60-C354F5054F3D}"/>
              </a:ext>
            </a:extLst>
          </p:cNvPr>
          <p:cNvSpPr/>
          <p:nvPr userDrawn="1"/>
        </p:nvSpPr>
        <p:spPr>
          <a:xfrm>
            <a:off x="2205493" y="1968307"/>
            <a:ext cx="4320413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914400"/>
            <a:r>
              <a:rPr lang="ko-KR" altLang="en-US" sz="6600" b="1" spc="-150" dirty="0">
                <a:ln>
                  <a:solidFill>
                    <a:prstClr val="white">
                      <a:alpha val="5000"/>
                    </a:prstClr>
                  </a:solidFill>
                </a:ln>
                <a:solidFill>
                  <a:srgbClr val="0068A7"/>
                </a:solidFill>
                <a:latin typeface="+mn-ea"/>
                <a:ea typeface="+mn-ea"/>
              </a:rPr>
              <a:t>감사합니다</a:t>
            </a: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5C075271-247A-4318-AB75-1098BCE0FAD8}"/>
              </a:ext>
            </a:extLst>
          </p:cNvPr>
          <p:cNvCxnSpPr/>
          <p:nvPr userDrawn="1"/>
        </p:nvCxnSpPr>
        <p:spPr>
          <a:xfrm>
            <a:off x="1665699" y="1849205"/>
            <a:ext cx="5400000" cy="0"/>
          </a:xfrm>
          <a:prstGeom prst="line">
            <a:avLst/>
          </a:prstGeom>
          <a:noFill/>
          <a:ln w="19050" cap="flat" cmpd="sng" algn="ctr">
            <a:solidFill>
              <a:srgbClr val="0098D0"/>
            </a:solidFill>
            <a:prstDash val="solid"/>
            <a:miter lim="800000"/>
          </a:ln>
          <a:effectLst/>
        </p:spPr>
      </p:cxn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F95AD143-109A-4404-B57C-254880D6406C}"/>
              </a:ext>
            </a:extLst>
          </p:cNvPr>
          <p:cNvCxnSpPr/>
          <p:nvPr userDrawn="1"/>
        </p:nvCxnSpPr>
        <p:spPr>
          <a:xfrm>
            <a:off x="1665699" y="3195405"/>
            <a:ext cx="5400000" cy="0"/>
          </a:xfrm>
          <a:prstGeom prst="line">
            <a:avLst/>
          </a:prstGeom>
          <a:noFill/>
          <a:ln w="19050" cap="flat" cmpd="sng" algn="ctr">
            <a:solidFill>
              <a:srgbClr val="0098D0"/>
            </a:solidFill>
            <a:prstDash val="solid"/>
            <a:miter lim="800000"/>
          </a:ln>
          <a:effectLst/>
        </p:spPr>
      </p:cxnSp>
      <p:pic>
        <p:nvPicPr>
          <p:cNvPr id="10" name="그림 9">
            <a:extLst>
              <a:ext uri="{FF2B5EF4-FFF2-40B4-BE49-F238E27FC236}">
                <a16:creationId xmlns:a16="http://schemas.microsoft.com/office/drawing/2014/main" id="{61BA0252-B1C7-4371-8FCA-D3E4729A823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27844" y="5553511"/>
            <a:ext cx="2208722" cy="826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4789373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2268">
          <p15:clr>
            <a:srgbClr val="FBAE40"/>
          </p15:clr>
        </p15:guide>
        <p15:guide id="2" pos="3288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지막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B306D773-EF99-49F3-7035-D1BD9A9AE10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0215" y="0"/>
            <a:ext cx="7740774" cy="657078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9DC4F96-C75D-B645-E9E3-74A5B9989C34}"/>
              </a:ext>
            </a:extLst>
          </p:cNvPr>
          <p:cNvSpPr txBox="1"/>
          <p:nvPr userDrawn="1"/>
        </p:nvSpPr>
        <p:spPr>
          <a:xfrm>
            <a:off x="1617662" y="6777673"/>
            <a:ext cx="7204075" cy="217427"/>
          </a:xfrm>
          <a:prstGeom prst="rect">
            <a:avLst/>
          </a:prstGeom>
          <a:noFill/>
        </p:spPr>
        <p:txBody>
          <a:bodyPr lIns="100800" tIns="54322" rIns="100800" bIns="54322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fr-FR" sz="700" dirty="0">
                <a:effectLst/>
                <a:cs typeface="Arial" pitchFamily="34" charset="0"/>
              </a:rPr>
              <a:t> </a:t>
            </a:r>
            <a:r>
              <a:rPr lang="fr-FR" altLang="ko-KR" sz="700" dirty="0">
                <a:effectLst/>
                <a:cs typeface="Arial" pitchFamily="34" charset="0"/>
              </a:rPr>
              <a:t>www.Digitalchain</a:t>
            </a:r>
            <a:r>
              <a:rPr lang="en-US" altLang="ko-KR" sz="700" dirty="0">
                <a:effectLst/>
                <a:cs typeface="Arial" pitchFamily="34" charset="0"/>
              </a:rPr>
              <a:t>.co.kr</a:t>
            </a:r>
            <a:r>
              <a:rPr lang="fr-FR" altLang="ko-KR" sz="700" dirty="0">
                <a:effectLst/>
                <a:cs typeface="Arial" pitchFamily="34" charset="0"/>
              </a:rPr>
              <a:t> © Digital Chain.</a:t>
            </a:r>
            <a:r>
              <a:rPr lang="en-US" altLang="ko-KR" sz="700" baseline="0" dirty="0">
                <a:effectLst/>
                <a:cs typeface="Arial" pitchFamily="34" charset="0"/>
              </a:rPr>
              <a:t> Co., Ltd.</a:t>
            </a:r>
            <a:r>
              <a:rPr lang="fr-FR" altLang="ko-KR" sz="700" dirty="0">
                <a:effectLst/>
                <a:cs typeface="Arial" pitchFamily="34" charset="0"/>
              </a:rPr>
              <a:t>  </a:t>
            </a:r>
            <a:r>
              <a:rPr lang="en-US" altLang="ko-KR" sz="700" dirty="0">
                <a:effectLst/>
                <a:cs typeface="Arial" pitchFamily="34" charset="0"/>
              </a:rPr>
              <a:t>Confidential</a:t>
            </a:r>
            <a:r>
              <a:rPr lang="fr-FR" altLang="ko-KR" sz="700" dirty="0">
                <a:effectLst/>
                <a:cs typeface="Arial" pitchFamily="34" charset="0"/>
              </a:rPr>
              <a:t> Information </a:t>
            </a:r>
            <a:r>
              <a:rPr lang="el-GR" altLang="ko-KR" sz="700" dirty="0">
                <a:effectLst/>
                <a:cs typeface="Arial" pitchFamily="34" charset="0"/>
              </a:rPr>
              <a:t>Ι</a:t>
            </a:r>
            <a:r>
              <a:rPr lang="fr-FR" altLang="ko-KR" sz="700" dirty="0">
                <a:effectLst/>
                <a:cs typeface="Arial" pitchFamily="34" charset="0"/>
              </a:rPr>
              <a:t> </a:t>
            </a:r>
            <a:fld id="{7932CEB9-7706-4840-A8AE-48D24CB336EF}" type="datetimeFigureOut">
              <a:rPr lang="fr-FR" altLang="ko-KR" sz="700" smtClean="0">
                <a:effectLst/>
                <a:cs typeface="Arial" pitchFamily="34" charset="0"/>
              </a:rPr>
              <a:pPr algn="ctr">
                <a:defRPr/>
              </a:pPr>
              <a:t>25/11/2025</a:t>
            </a:fld>
            <a:endParaRPr lang="fr-FR" sz="700" dirty="0">
              <a:effectLst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D79046A1-42A7-414F-A85D-74446CFD995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27844" y="2880370"/>
            <a:ext cx="2208722" cy="826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2878485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2268" userDrawn="1">
          <p15:clr>
            <a:srgbClr val="FBAE40"/>
          </p15:clr>
        </p15:guide>
        <p15:guide id="2" pos="3288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522288" y="288925"/>
            <a:ext cx="9396412" cy="12001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22288" y="1679575"/>
            <a:ext cx="9396412" cy="47529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522288" y="6673850"/>
            <a:ext cx="2435225" cy="384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64DB9E-508B-4BC5-BF42-DB89E0B9E896}" type="datetimeFigureOut">
              <a:rPr lang="ko-KR" altLang="en-US" smtClean="0"/>
              <a:t>2025-11-25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567113" y="6673850"/>
            <a:ext cx="3306762" cy="384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7483475" y="6673850"/>
            <a:ext cx="2435225" cy="384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5F4DFD-5F79-4058-B0A4-93055A6BDE49}" type="slidenum">
              <a:rPr lang="ko-KR" altLang="en-US" smtClean="0"/>
              <a:t>‹#›</a:t>
            </a:fld>
            <a:endParaRPr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5BEA6E31-B289-AF24-62BE-5AF328E8BE8A}"/>
              </a:ext>
            </a:extLst>
          </p:cNvPr>
          <p:cNvPicPr>
            <a:picLocks noChangeAspect="1"/>
          </p:cNvPicPr>
          <p:nvPr userDrawn="1"/>
        </p:nvPicPr>
        <p:blipFill>
          <a:blip r:embed="rId11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5179" y="1711074"/>
            <a:ext cx="5843161" cy="5039726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8619236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80" r:id="rId8"/>
    <p:sldLayoutId id="2147483670" r:id="rId9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268" userDrawn="1">
          <p15:clr>
            <a:srgbClr val="F26B43"/>
          </p15:clr>
        </p15:guide>
        <p15:guide id="2" pos="328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2">
            <a:extLst>
              <a:ext uri="{FF2B5EF4-FFF2-40B4-BE49-F238E27FC236}">
                <a16:creationId xmlns:a16="http://schemas.microsoft.com/office/drawing/2014/main" id="{E1BB9A51-F659-9C1B-E49B-823EF2C1DD38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269944" y="1755245"/>
            <a:ext cx="9451975" cy="1962489"/>
          </a:xfrm>
        </p:spPr>
        <p:txBody>
          <a:bodyPr>
            <a:noAutofit/>
          </a:bodyPr>
          <a:lstStyle/>
          <a:p>
            <a:pPr algn="l"/>
            <a:endParaRPr lang="ko-KR" altLang="en-US" sz="2400" b="1" dirty="0">
              <a:solidFill>
                <a:srgbClr val="435469"/>
              </a:solidFill>
            </a:endParaRPr>
          </a:p>
        </p:txBody>
      </p:sp>
      <p:sp>
        <p:nvSpPr>
          <p:cNvPr id="4" name="제목 2">
            <a:extLst>
              <a:ext uri="{FF2B5EF4-FFF2-40B4-BE49-F238E27FC236}">
                <a16:creationId xmlns:a16="http://schemas.microsoft.com/office/drawing/2014/main" id="{4F0E7D49-A89E-45EC-A8BF-B03116696AF6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3780333" y="4140510"/>
            <a:ext cx="2880321" cy="882369"/>
          </a:xfrm>
        </p:spPr>
        <p:txBody>
          <a:bodyPr>
            <a:noAutofit/>
          </a:bodyPr>
          <a:lstStyle/>
          <a:p>
            <a:endParaRPr lang="ko-KR" altLang="en-US" sz="2400" b="1" dirty="0">
              <a:solidFill>
                <a:srgbClr val="43546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001245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9F027B3B-A9AD-49BF-A059-4632D214D34D}"/>
              </a:ext>
            </a:extLst>
          </p:cNvPr>
          <p:cNvSpPr/>
          <p:nvPr/>
        </p:nvSpPr>
        <p:spPr>
          <a:xfrm>
            <a:off x="1260054" y="1945776"/>
            <a:ext cx="501110" cy="4109471"/>
          </a:xfrm>
          <a:prstGeom prst="rect">
            <a:avLst/>
          </a:prstGeom>
          <a:solidFill>
            <a:srgbClr val="C8C8C8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6" tIns="45714" rIns="91426" bIns="45714" anchor="ctr"/>
          <a:lstStyle/>
          <a:p>
            <a:pPr algn="ctr">
              <a:defRPr/>
            </a:pPr>
            <a:endParaRPr lang="ko-KR" altLang="en-US" sz="1000" b="1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160" name="그룹 159">
            <a:extLst>
              <a:ext uri="{FF2B5EF4-FFF2-40B4-BE49-F238E27FC236}">
                <a16:creationId xmlns:a16="http://schemas.microsoft.com/office/drawing/2014/main" id="{E11A4B3B-E1F4-4E6E-956B-9229A6CB42CD}"/>
              </a:ext>
            </a:extLst>
          </p:cNvPr>
          <p:cNvGrpSpPr/>
          <p:nvPr/>
        </p:nvGrpSpPr>
        <p:grpSpPr>
          <a:xfrm>
            <a:off x="1481739" y="2244595"/>
            <a:ext cx="8765809" cy="523064"/>
            <a:chOff x="802066" y="1517861"/>
            <a:chExt cx="11117791" cy="468000"/>
          </a:xfrm>
        </p:grpSpPr>
        <p:sp>
          <p:nvSpPr>
            <p:cNvPr id="161" name="TextBox 160">
              <a:extLst>
                <a:ext uri="{FF2B5EF4-FFF2-40B4-BE49-F238E27FC236}">
                  <a16:creationId xmlns:a16="http://schemas.microsoft.com/office/drawing/2014/main" id="{7DE53E72-5FE6-4A91-8C7E-322D1B1FFC2A}"/>
                </a:ext>
              </a:extLst>
            </p:cNvPr>
            <p:cNvSpPr txBox="1"/>
            <p:nvPr/>
          </p:nvSpPr>
          <p:spPr>
            <a:xfrm>
              <a:off x="1358854" y="1517861"/>
              <a:ext cx="10561003" cy="468000"/>
            </a:xfrm>
            <a:prstGeom prst="rect">
              <a:avLst/>
            </a:prstGeom>
            <a:noFill/>
          </p:spPr>
          <p:txBody>
            <a:bodyPr wrap="none" lIns="72000" tIns="0" rIns="72000" bIns="36000" rtlCol="0" anchor="ctr">
              <a:noAutofit/>
            </a:bodyPr>
            <a:lstStyle/>
            <a:p>
              <a:pPr>
                <a:lnSpc>
                  <a:spcPct val="170000"/>
                </a:lnSpc>
                <a:defRPr/>
              </a:pPr>
              <a:r>
                <a:rPr lang="ko-KR" altLang="en-US" sz="2400" b="1" dirty="0">
                  <a:solidFill>
                    <a:srgbClr val="005386"/>
                  </a:solidFill>
                </a:rPr>
                <a:t>도입 필요성</a:t>
              </a:r>
              <a:endParaRPr lang="en-US" altLang="ko-KR" sz="900" b="1" dirty="0">
                <a:solidFill>
                  <a:srgbClr val="005386"/>
                </a:solidFill>
              </a:endParaRPr>
            </a:p>
          </p:txBody>
        </p:sp>
        <p:sp>
          <p:nvSpPr>
            <p:cNvPr id="162" name="직사각형 161">
              <a:extLst>
                <a:ext uri="{FF2B5EF4-FFF2-40B4-BE49-F238E27FC236}">
                  <a16:creationId xmlns:a16="http://schemas.microsoft.com/office/drawing/2014/main" id="{74C0F896-E42A-4B2E-8342-CE432F522960}"/>
                </a:ext>
              </a:extLst>
            </p:cNvPr>
            <p:cNvSpPr/>
            <p:nvPr/>
          </p:nvSpPr>
          <p:spPr bwMode="auto">
            <a:xfrm>
              <a:off x="802066" y="1535113"/>
              <a:ext cx="520654" cy="433496"/>
            </a:xfrm>
            <a:prstGeom prst="rect">
              <a:avLst/>
            </a:prstGeom>
            <a:solidFill>
              <a:schemeClr val="bg1"/>
            </a:solidFill>
            <a:ln w="19050" algn="ctr">
              <a:solidFill>
                <a:srgbClr val="3979A1"/>
              </a:solidFill>
              <a:miter lim="800000"/>
              <a:headEnd/>
              <a:tailEnd/>
            </a:ln>
            <a:effectLst/>
          </p:spPr>
          <p:txBody>
            <a:bodyPr lIns="18000" rIns="18000" anchor="ctr"/>
            <a:lstStyle/>
            <a:p>
              <a:pPr marL="0" marR="0" lvl="0" indent="0" algn="ctr" defTabSz="1008035" rtl="0" eaLnBrk="0" fontAlgn="auto" latinLnBrk="0" hangingPunct="0">
                <a:lnSpc>
                  <a:spcPct val="100000"/>
                </a:lnSpc>
                <a:spcBef>
                  <a:spcPct val="1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2400" b="1" dirty="0">
                  <a:solidFill>
                    <a:srgbClr val="005386"/>
                  </a:solidFill>
                  <a:latin typeface="맑은 고딕"/>
                  <a:ea typeface="맑은 고딕" panose="020B0503020000020004" pitchFamily="50" charset="-127"/>
                </a:rPr>
                <a:t>Ⅰ</a:t>
              </a:r>
            </a:p>
          </p:txBody>
        </p:sp>
      </p:grpSp>
      <p:grpSp>
        <p:nvGrpSpPr>
          <p:cNvPr id="163" name="그룹 162">
            <a:extLst>
              <a:ext uri="{FF2B5EF4-FFF2-40B4-BE49-F238E27FC236}">
                <a16:creationId xmlns:a16="http://schemas.microsoft.com/office/drawing/2014/main" id="{D18F790B-6803-4067-82E1-C9F8B9B43ADE}"/>
              </a:ext>
            </a:extLst>
          </p:cNvPr>
          <p:cNvGrpSpPr/>
          <p:nvPr/>
        </p:nvGrpSpPr>
        <p:grpSpPr>
          <a:xfrm>
            <a:off x="1481739" y="2974878"/>
            <a:ext cx="8765809" cy="523064"/>
            <a:chOff x="802066" y="2874222"/>
            <a:chExt cx="11117791" cy="468000"/>
          </a:xfrm>
        </p:grpSpPr>
        <p:sp>
          <p:nvSpPr>
            <p:cNvPr id="164" name="TextBox 163">
              <a:extLst>
                <a:ext uri="{FF2B5EF4-FFF2-40B4-BE49-F238E27FC236}">
                  <a16:creationId xmlns:a16="http://schemas.microsoft.com/office/drawing/2014/main" id="{1C49FC50-47B6-40C8-8612-1FAEF222115D}"/>
                </a:ext>
              </a:extLst>
            </p:cNvPr>
            <p:cNvSpPr txBox="1"/>
            <p:nvPr/>
          </p:nvSpPr>
          <p:spPr>
            <a:xfrm>
              <a:off x="1358854" y="2874222"/>
              <a:ext cx="10561003" cy="468000"/>
            </a:xfrm>
            <a:prstGeom prst="rect">
              <a:avLst/>
            </a:prstGeom>
            <a:noFill/>
          </p:spPr>
          <p:txBody>
            <a:bodyPr wrap="none" lIns="72000" tIns="0" rIns="72000" bIns="36000" rtlCol="0" anchor="ctr">
              <a:noAutofit/>
            </a:bodyPr>
            <a:lstStyle/>
            <a:p>
              <a:pPr lvl="0">
                <a:lnSpc>
                  <a:spcPct val="170000"/>
                </a:lnSpc>
                <a:defRPr/>
              </a:pPr>
              <a:r>
                <a:rPr lang="en-US" altLang="ko-KR" sz="2400" b="1" dirty="0">
                  <a:solidFill>
                    <a:srgbClr val="005386"/>
                  </a:solidFill>
                </a:rPr>
                <a:t>NETVIBES </a:t>
              </a:r>
              <a:r>
                <a:rPr lang="en-US" altLang="ko-KR" sz="2400" b="1" dirty="0" err="1">
                  <a:solidFill>
                    <a:srgbClr val="005386"/>
                  </a:solidFill>
                </a:rPr>
                <a:t>OnePart</a:t>
              </a:r>
              <a:r>
                <a:rPr lang="ko-KR" altLang="en-US" sz="2400" b="1" dirty="0">
                  <a:solidFill>
                    <a:srgbClr val="005386"/>
                  </a:solidFill>
                </a:rPr>
                <a:t> 개요</a:t>
              </a:r>
              <a:endParaRPr lang="en-US" altLang="ko-KR" sz="2400" b="1" dirty="0">
                <a:solidFill>
                  <a:srgbClr val="005386"/>
                </a:solidFill>
              </a:endParaRPr>
            </a:p>
          </p:txBody>
        </p:sp>
        <p:sp>
          <p:nvSpPr>
            <p:cNvPr id="165" name="직사각형 164">
              <a:extLst>
                <a:ext uri="{FF2B5EF4-FFF2-40B4-BE49-F238E27FC236}">
                  <a16:creationId xmlns:a16="http://schemas.microsoft.com/office/drawing/2014/main" id="{1095B787-BDB6-469D-A021-15B99662A0B0}"/>
                </a:ext>
              </a:extLst>
            </p:cNvPr>
            <p:cNvSpPr/>
            <p:nvPr/>
          </p:nvSpPr>
          <p:spPr bwMode="auto">
            <a:xfrm>
              <a:off x="802066" y="2891473"/>
              <a:ext cx="520654" cy="433496"/>
            </a:xfrm>
            <a:prstGeom prst="rect">
              <a:avLst/>
            </a:prstGeom>
            <a:solidFill>
              <a:schemeClr val="bg1"/>
            </a:solidFill>
            <a:ln w="19050" algn="ctr">
              <a:solidFill>
                <a:srgbClr val="3979A1"/>
              </a:solidFill>
              <a:miter lim="800000"/>
              <a:headEnd/>
              <a:tailEnd/>
            </a:ln>
            <a:effectLst/>
          </p:spPr>
          <p:txBody>
            <a:bodyPr lIns="18000" rIns="18000" anchor="ctr"/>
            <a:lstStyle/>
            <a:p>
              <a:pPr marL="0" marR="0" lvl="0" indent="0" algn="ctr" defTabSz="1008035" rtl="0" eaLnBrk="0" fontAlgn="auto" latinLnBrk="0" hangingPunct="0">
                <a:lnSpc>
                  <a:spcPct val="100000"/>
                </a:lnSpc>
                <a:spcBef>
                  <a:spcPct val="1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5386"/>
                  </a:solidFill>
                  <a:effectLst/>
                  <a:uLnTx/>
                  <a:uFillTx/>
                  <a:latin typeface="맑은 고딕"/>
                  <a:ea typeface="맑은 고딕" panose="020B0503020000020004" pitchFamily="50" charset="-127"/>
                  <a:cs typeface="+mn-cs"/>
                </a:rPr>
                <a:t>Ⅱ</a:t>
              </a:r>
            </a:p>
          </p:txBody>
        </p:sp>
      </p:grpSp>
      <p:grpSp>
        <p:nvGrpSpPr>
          <p:cNvPr id="166" name="그룹 165">
            <a:extLst>
              <a:ext uri="{FF2B5EF4-FFF2-40B4-BE49-F238E27FC236}">
                <a16:creationId xmlns:a16="http://schemas.microsoft.com/office/drawing/2014/main" id="{02224018-1475-4BE4-A6E7-8AAB69D6733D}"/>
              </a:ext>
            </a:extLst>
          </p:cNvPr>
          <p:cNvGrpSpPr/>
          <p:nvPr/>
        </p:nvGrpSpPr>
        <p:grpSpPr>
          <a:xfrm>
            <a:off x="1481739" y="3705159"/>
            <a:ext cx="8765809" cy="523064"/>
            <a:chOff x="802066" y="1517861"/>
            <a:chExt cx="11117791" cy="468000"/>
          </a:xfrm>
        </p:grpSpPr>
        <p:sp>
          <p:nvSpPr>
            <p:cNvPr id="167" name="TextBox 166">
              <a:extLst>
                <a:ext uri="{FF2B5EF4-FFF2-40B4-BE49-F238E27FC236}">
                  <a16:creationId xmlns:a16="http://schemas.microsoft.com/office/drawing/2014/main" id="{9E435AAA-2076-46BE-BB91-5D8128074594}"/>
                </a:ext>
              </a:extLst>
            </p:cNvPr>
            <p:cNvSpPr txBox="1"/>
            <p:nvPr/>
          </p:nvSpPr>
          <p:spPr>
            <a:xfrm>
              <a:off x="1358854" y="1517861"/>
              <a:ext cx="10561003" cy="468000"/>
            </a:xfrm>
            <a:prstGeom prst="rect">
              <a:avLst/>
            </a:prstGeom>
            <a:noFill/>
          </p:spPr>
          <p:txBody>
            <a:bodyPr wrap="none" lIns="72000" tIns="0" rIns="72000" bIns="36000" rtlCol="0" anchor="ctr">
              <a:noAutofit/>
            </a:bodyPr>
            <a:lstStyle/>
            <a:p>
              <a:pPr lvl="0">
                <a:lnSpc>
                  <a:spcPct val="170000"/>
                </a:lnSpc>
                <a:defRPr/>
              </a:pPr>
              <a:r>
                <a:rPr lang="en-US" altLang="ko-KR" sz="2400" b="1" dirty="0">
                  <a:solidFill>
                    <a:srgbClr val="005386"/>
                  </a:solidFill>
                </a:rPr>
                <a:t>NETVIBES </a:t>
              </a:r>
              <a:r>
                <a:rPr lang="en-US" altLang="ko-KR" sz="2400" b="1" dirty="0" err="1">
                  <a:solidFill>
                    <a:srgbClr val="005386"/>
                  </a:solidFill>
                </a:rPr>
                <a:t>OnePart</a:t>
              </a:r>
              <a:r>
                <a:rPr lang="ko-KR" altLang="en-US" sz="2400" b="1" dirty="0">
                  <a:solidFill>
                    <a:srgbClr val="005386"/>
                  </a:solidFill>
                </a:rPr>
                <a:t> 구축</a:t>
              </a:r>
              <a:endParaRPr lang="en-US" altLang="ko-KR" sz="2400" b="1" dirty="0">
                <a:solidFill>
                  <a:srgbClr val="005386"/>
                </a:solidFill>
              </a:endParaRPr>
            </a:p>
          </p:txBody>
        </p:sp>
        <p:sp>
          <p:nvSpPr>
            <p:cNvPr id="168" name="직사각형 167">
              <a:extLst>
                <a:ext uri="{FF2B5EF4-FFF2-40B4-BE49-F238E27FC236}">
                  <a16:creationId xmlns:a16="http://schemas.microsoft.com/office/drawing/2014/main" id="{C8890C3B-A9AC-4057-B389-4030EB5AA30F}"/>
                </a:ext>
              </a:extLst>
            </p:cNvPr>
            <p:cNvSpPr/>
            <p:nvPr/>
          </p:nvSpPr>
          <p:spPr bwMode="auto">
            <a:xfrm>
              <a:off x="802066" y="1535113"/>
              <a:ext cx="520654" cy="433496"/>
            </a:xfrm>
            <a:prstGeom prst="rect">
              <a:avLst/>
            </a:prstGeom>
            <a:solidFill>
              <a:schemeClr val="bg1"/>
            </a:solidFill>
            <a:ln w="19050" algn="ctr">
              <a:solidFill>
                <a:srgbClr val="3979A1"/>
              </a:solidFill>
              <a:miter lim="800000"/>
              <a:headEnd/>
              <a:tailEnd/>
            </a:ln>
            <a:effectLst/>
          </p:spPr>
          <p:txBody>
            <a:bodyPr lIns="18000" rIns="18000" anchor="ctr"/>
            <a:lstStyle/>
            <a:p>
              <a:pPr marL="0" marR="0" lvl="0" indent="0" algn="ctr" defTabSz="1008035" rtl="0" eaLnBrk="0" fontAlgn="auto" latinLnBrk="0" hangingPunct="0">
                <a:lnSpc>
                  <a:spcPct val="100000"/>
                </a:lnSpc>
                <a:spcBef>
                  <a:spcPct val="1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2400" b="1" dirty="0">
                  <a:solidFill>
                    <a:srgbClr val="005386"/>
                  </a:solidFill>
                  <a:latin typeface="맑은 고딕"/>
                  <a:ea typeface="맑은 고딕" panose="020B0503020000020004" pitchFamily="50" charset="-127"/>
                </a:rPr>
                <a:t>Ⅲ</a:t>
              </a:r>
            </a:p>
          </p:txBody>
        </p:sp>
      </p:grp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787D2A02-0DBA-4EDD-A150-B6F8603B8D01}"/>
              </a:ext>
            </a:extLst>
          </p:cNvPr>
          <p:cNvGrpSpPr/>
          <p:nvPr/>
        </p:nvGrpSpPr>
        <p:grpSpPr>
          <a:xfrm>
            <a:off x="1481739" y="4435441"/>
            <a:ext cx="8765809" cy="523064"/>
            <a:chOff x="802066" y="2874221"/>
            <a:chExt cx="11117791" cy="468000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10F9D0C-53DF-4B1E-BDBB-FB43A2A473E7}"/>
                </a:ext>
              </a:extLst>
            </p:cNvPr>
            <p:cNvSpPr txBox="1"/>
            <p:nvPr/>
          </p:nvSpPr>
          <p:spPr>
            <a:xfrm>
              <a:off x="1358854" y="2874221"/>
              <a:ext cx="10561003" cy="468000"/>
            </a:xfrm>
            <a:prstGeom prst="rect">
              <a:avLst/>
            </a:prstGeom>
            <a:noFill/>
          </p:spPr>
          <p:txBody>
            <a:bodyPr wrap="none" lIns="72000" tIns="0" rIns="72000" bIns="36000" rtlCol="0" anchor="ctr">
              <a:noAutofit/>
            </a:bodyPr>
            <a:lstStyle/>
            <a:p>
              <a:pPr lvl="0">
                <a:lnSpc>
                  <a:spcPct val="170000"/>
                </a:lnSpc>
                <a:defRPr/>
              </a:pPr>
              <a:r>
                <a:rPr lang="en-US" altLang="ko-KR" sz="2400" b="1" dirty="0">
                  <a:solidFill>
                    <a:srgbClr val="005386"/>
                  </a:solidFill>
                </a:rPr>
                <a:t>NETVIBES </a:t>
              </a:r>
              <a:r>
                <a:rPr lang="en-US" altLang="ko-KR" sz="2400" b="1" dirty="0" err="1">
                  <a:solidFill>
                    <a:srgbClr val="005386"/>
                  </a:solidFill>
                </a:rPr>
                <a:t>OnePart</a:t>
              </a:r>
              <a:r>
                <a:rPr lang="ko-KR" altLang="en-US" sz="2400" b="1" dirty="0">
                  <a:solidFill>
                    <a:srgbClr val="005386"/>
                  </a:solidFill>
                </a:rPr>
                <a:t> 확인</a:t>
              </a:r>
              <a:endParaRPr lang="en-US" altLang="ko-KR" sz="2400" b="1" dirty="0">
                <a:solidFill>
                  <a:srgbClr val="005386"/>
                </a:solidFill>
              </a:endParaRPr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B3D5BA7B-C3EB-41CF-A097-80CFD93823E6}"/>
                </a:ext>
              </a:extLst>
            </p:cNvPr>
            <p:cNvSpPr/>
            <p:nvPr/>
          </p:nvSpPr>
          <p:spPr bwMode="auto">
            <a:xfrm>
              <a:off x="802066" y="2891473"/>
              <a:ext cx="520654" cy="433496"/>
            </a:xfrm>
            <a:prstGeom prst="rect">
              <a:avLst/>
            </a:prstGeom>
            <a:solidFill>
              <a:schemeClr val="bg1"/>
            </a:solidFill>
            <a:ln w="19050" algn="ctr">
              <a:solidFill>
                <a:srgbClr val="3979A1"/>
              </a:solidFill>
              <a:miter lim="800000"/>
              <a:headEnd/>
              <a:tailEnd/>
            </a:ln>
            <a:effectLst/>
          </p:spPr>
          <p:txBody>
            <a:bodyPr lIns="18000" rIns="18000" anchor="ctr"/>
            <a:lstStyle/>
            <a:p>
              <a:pPr marL="0" marR="0" lvl="0" indent="0" algn="ctr" defTabSz="1008035" rtl="0" eaLnBrk="0" fontAlgn="auto" latinLnBrk="0" hangingPunct="0">
                <a:lnSpc>
                  <a:spcPct val="100000"/>
                </a:lnSpc>
                <a:spcBef>
                  <a:spcPct val="1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5386"/>
                  </a:solidFill>
                  <a:effectLst/>
                  <a:uLnTx/>
                  <a:uFillTx/>
                  <a:latin typeface="맑은 고딕"/>
                  <a:ea typeface="맑은 고딕" panose="020B0503020000020004" pitchFamily="50" charset="-127"/>
                  <a:cs typeface="+mn-cs"/>
                </a:rPr>
                <a:t>Ⅳ</a:t>
              </a:r>
            </a:p>
          </p:txBody>
        </p:sp>
      </p:grp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515EF272-18AE-4271-9A30-3D797E126BDC}"/>
              </a:ext>
            </a:extLst>
          </p:cNvPr>
          <p:cNvGrpSpPr/>
          <p:nvPr/>
        </p:nvGrpSpPr>
        <p:grpSpPr>
          <a:xfrm>
            <a:off x="1481739" y="5165722"/>
            <a:ext cx="8765809" cy="523064"/>
            <a:chOff x="802066" y="2874221"/>
            <a:chExt cx="11117791" cy="468000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EB09419D-C138-4B37-B04F-BE3EF7016D83}"/>
                </a:ext>
              </a:extLst>
            </p:cNvPr>
            <p:cNvSpPr txBox="1"/>
            <p:nvPr/>
          </p:nvSpPr>
          <p:spPr>
            <a:xfrm>
              <a:off x="1358854" y="2874221"/>
              <a:ext cx="10561003" cy="468000"/>
            </a:xfrm>
            <a:prstGeom prst="rect">
              <a:avLst/>
            </a:prstGeom>
            <a:noFill/>
          </p:spPr>
          <p:txBody>
            <a:bodyPr wrap="none" lIns="72000" tIns="0" rIns="72000" bIns="36000" rtlCol="0" anchor="ctr">
              <a:noAutofit/>
            </a:bodyPr>
            <a:lstStyle/>
            <a:p>
              <a:pPr lvl="0">
                <a:lnSpc>
                  <a:spcPct val="170000"/>
                </a:lnSpc>
                <a:defRPr/>
              </a:pPr>
              <a:r>
                <a:rPr lang="en-US" altLang="ko-KR" sz="2400" b="1" dirty="0" err="1">
                  <a:solidFill>
                    <a:srgbClr val="005386"/>
                  </a:solidFill>
                </a:rPr>
                <a:t>CloudView</a:t>
              </a:r>
              <a:r>
                <a:rPr lang="en-US" altLang="ko-KR" sz="2400" b="1" dirty="0">
                  <a:solidFill>
                    <a:srgbClr val="005386"/>
                  </a:solidFill>
                </a:rPr>
                <a:t> </a:t>
              </a:r>
              <a:r>
                <a:rPr lang="ko-KR" altLang="en-US" sz="2400" b="1" dirty="0">
                  <a:solidFill>
                    <a:srgbClr val="005386"/>
                  </a:solidFill>
                </a:rPr>
                <a:t>참고</a:t>
              </a:r>
              <a:endParaRPr lang="en-US" altLang="ko-KR" sz="2400" b="1" dirty="0">
                <a:solidFill>
                  <a:srgbClr val="005386"/>
                </a:solidFill>
              </a:endParaRPr>
            </a:p>
          </p:txBody>
        </p:sp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F69EDEE5-F429-401A-B9B4-04B2C48E71DA}"/>
                </a:ext>
              </a:extLst>
            </p:cNvPr>
            <p:cNvSpPr/>
            <p:nvPr/>
          </p:nvSpPr>
          <p:spPr bwMode="auto">
            <a:xfrm>
              <a:off x="802066" y="2891473"/>
              <a:ext cx="520654" cy="433496"/>
            </a:xfrm>
            <a:prstGeom prst="rect">
              <a:avLst/>
            </a:prstGeom>
            <a:solidFill>
              <a:schemeClr val="bg1"/>
            </a:solidFill>
            <a:ln w="19050" algn="ctr">
              <a:solidFill>
                <a:srgbClr val="3979A1"/>
              </a:solidFill>
              <a:miter lim="800000"/>
              <a:headEnd/>
              <a:tailEnd/>
            </a:ln>
            <a:effectLst/>
          </p:spPr>
          <p:txBody>
            <a:bodyPr lIns="18000" rIns="18000" anchor="ctr"/>
            <a:lstStyle/>
            <a:p>
              <a:pPr marL="0" marR="0" lvl="0" indent="0" algn="ctr" defTabSz="1008035" rtl="0" eaLnBrk="0" fontAlgn="auto" latinLnBrk="0" hangingPunct="0">
                <a:lnSpc>
                  <a:spcPct val="100000"/>
                </a:lnSpc>
                <a:spcBef>
                  <a:spcPct val="1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5386"/>
                  </a:solidFill>
                  <a:effectLst/>
                  <a:uLnTx/>
                  <a:uFillTx/>
                  <a:latin typeface="맑은 고딕"/>
                  <a:ea typeface="맑은 고딕" panose="020B0503020000020004" pitchFamily="50" charset="-127"/>
                  <a:cs typeface="+mn-cs"/>
                </a:rPr>
                <a:t>Ⅴ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681694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8B129657-0EEF-4DEB-8FA6-5368CD174FD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 anchor="ctr"/>
          <a:lstStyle/>
          <a:p>
            <a:endParaRPr lang="en-US" altLang="ko-KR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69CC451-E835-4840-A83F-77D71EBAED1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7AEE45F-404D-4FB0-A6BD-86210E519D8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97757" y="733627"/>
            <a:ext cx="9928906" cy="616573"/>
          </a:xfrm>
        </p:spPr>
        <p:txBody>
          <a:bodyPr>
            <a:noAutofit/>
          </a:bodyPr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318100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24380933"/>
      </p:ext>
    </p:extLst>
  </p:cSld>
  <p:clrMapOvr>
    <a:masterClrMapping/>
  </p:clrMapOvr>
</p:sld>
</file>

<file path=ppt/theme/theme1.xml><?xml version="1.0" encoding="utf-8"?>
<a:theme xmlns:a="http://schemas.openxmlformats.org/drawingml/2006/main" name="2016_RNT_솔루션사업부_브랜드기술팀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1474055281</TotalTime>
  <Pages>39</Pages>
  <Words>19</Words>
  <Application>Microsoft Office PowerPoint</Application>
  <PresentationFormat>사용자 지정</PresentationFormat>
  <Paragraphs>11</Paragraphs>
  <Slides>4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8" baseType="lpstr">
      <vt:lpstr>굴림</vt:lpstr>
      <vt:lpstr>맑은 고딕</vt:lpstr>
      <vt:lpstr>Arial</vt:lpstr>
      <vt:lpstr>2016_RNT_솔루션사업부_브랜드기술팀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사업계획</dc:title>
  <dc:creator>김형석</dc:creator>
  <cp:lastModifiedBy>tuf</cp:lastModifiedBy>
  <cp:revision>7443</cp:revision>
  <cp:lastPrinted>2024-07-05T08:04:05Z</cp:lastPrinted>
  <dcterms:created xsi:type="dcterms:W3CDTF">1996-10-14T12:11:22Z</dcterms:created>
  <dcterms:modified xsi:type="dcterms:W3CDTF">2025-11-25T04:54:56Z</dcterms:modified>
</cp:coreProperties>
</file>